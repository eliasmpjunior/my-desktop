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42B8-E783-0601-6CA1-B9B4AC4DB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E1A4D-135A-5EBA-C0E3-D53B06A6D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B7ED2-39D9-E8C9-E55D-CCAA39C6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21DE3-09E7-35E3-546D-54A136110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F4DD8-0A36-E606-00E6-4CF98865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3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E462-0A6C-05AF-2491-903B2A2D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22D9C-65BC-C2B2-7076-39D0BF92D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BF108-FB8A-C1F6-740C-4AFFA139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42A35-0A54-7C58-94D5-C4E7AB8C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1DA5C-1008-EC54-E55C-2AC765C3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2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2E67-F7AE-1991-639F-DBB4B434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31C44-232E-3031-374C-DF323A1E4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BE07D-9D6F-2823-0489-101A3545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98FF2-7828-15E2-EAF6-77C7FA45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B95BC-A033-BB72-488C-C50C6D8B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5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0F90-909C-AC60-9C8A-0A3488976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7D932-34BF-24D6-9C63-7C2356446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7D470-CEF6-6E0C-DFB6-B1AA80988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EB3F5-FCCE-42CA-7E45-5B1E8D49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5A5FF-5F66-AF2B-3AF2-E8B33996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4E61C-1690-867B-258D-D4470DB1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7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44BA-6954-F4F6-9D10-9823AC63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42117-4C6B-2B8F-4FA4-4DA1A41BF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615B3-66CF-E635-5724-B69353B29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108A3-5CBC-069F-F152-D59626815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03815F-5465-B219-F391-5529E5311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2B18C-DA35-2503-7948-B0BC4604F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D6146D-3CBE-4602-DAFC-544CA14A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E1DFA-874A-EA0C-99A3-236C170E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65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73274-FDF5-210D-7EDD-86921C4F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03673A-FA89-1C4E-29A5-A2BA6204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59C3D-DCDE-9EFB-FAA0-87975634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401BE-2BC1-A8D9-D888-EDC33AA2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268CA-681E-6EB2-A773-8EF0FB2B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1DA40-8B57-8BBB-CDD9-993C15B3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137C3-7A7C-E1CA-C492-0344DC3F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1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A056-1275-06DC-7A72-7BC5A6F2E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60D7D-EDEA-2125-4251-03D4412DE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8D080-7AB9-A86A-C2D4-C0D8473F6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FFE88-1900-CBD5-F42A-0B82DFCD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35062-BF05-501F-5D09-8DAE231C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942B8-088F-9BF7-FAAD-16F2B6E3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21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45ED-E5A6-386C-4912-49271A30C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D378E8-80DD-108A-B457-E4A599779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7ECE3-4DC2-F3D1-DB9F-FC3BCD870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C6ACE-645F-A46D-C140-A9DA9B24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FC30C-BCC8-673B-A900-7291B50D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959E9-4346-D6A0-7BD4-38737118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4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0726A-DA4B-F001-8B05-9EB6AF4D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62994-D5CB-2A82-F00D-F26316CAD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F16B0-5FF5-A26C-91B9-118FA02B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9A40B-C45E-7724-F689-4A9D6A3B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0E528-C407-5213-EE4E-D01BD7CF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15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6F0413-9DFD-F4E7-C4FD-767645330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8E13B-C5E6-7163-9FE5-1C2B8B9D0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093F8-341F-141F-8CED-8567CBD9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24832-04BC-B744-7981-F640A8BE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64D0F-6B1C-C4C6-B22C-88F138D4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44894-D7C2-3C7B-C7C8-539379E0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53E3A-C203-0D16-B203-7FB6902E9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DD67C-D2A2-EA55-D4EE-7C6942F19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38CDA-3BB4-43E0-BED9-96B797F742F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A9A53-EEB1-9CB6-A8F7-F287DC745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87036-CDE5-2E5E-C887-2D94919D2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D0FD4-0AA7-44FD-96E1-CDC14BEA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43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4726-AC48-5DF7-AA6D-948361DC8A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Photo Album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CD68F-371D-C4C7-95C2-5654457294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 Elias Paixão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5C3A1-449A-EE24-333C-B6C304BB3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4"/>
            <a:ext cx="12192000" cy="684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19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_11c9ef07-f9c0-46a6-95c2-f6963ed2d94120191021_184603">
            <a:extLst>
              <a:ext uri="{FF2B5EF4-FFF2-40B4-BE49-F238E27FC236}">
                <a16:creationId xmlns:a16="http://schemas.microsoft.com/office/drawing/2014/main" id="{52D08FA4-DCF2-11DB-7B0B-2247A8FCE4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3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_59eae6a8-d503-4b4c-99cf-e6cfdb4fba6820191021_161518">
            <a:extLst>
              <a:ext uri="{FF2B5EF4-FFF2-40B4-BE49-F238E27FC236}">
                <a16:creationId xmlns:a16="http://schemas.microsoft.com/office/drawing/2014/main" id="{38D1A3E0-29D7-3EF9-8A17-E5D586C8200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638" y="0"/>
            <a:ext cx="8340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0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5-02-28 at 23.13.20">
            <a:extLst>
              <a:ext uri="{FF2B5EF4-FFF2-40B4-BE49-F238E27FC236}">
                <a16:creationId xmlns:a16="http://schemas.microsoft.com/office/drawing/2014/main" id="{7F347136-5672-C217-6226-FFF752CCAB8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98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Photo Album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Paixão</dc:creator>
  <cp:lastModifiedBy>Elias Paixão</cp:lastModifiedBy>
  <cp:revision>1</cp:revision>
  <dcterms:created xsi:type="dcterms:W3CDTF">2026-08-03T19:54:34Z</dcterms:created>
  <dcterms:modified xsi:type="dcterms:W3CDTF">2026-08-03T19:56:25Z</dcterms:modified>
</cp:coreProperties>
</file>