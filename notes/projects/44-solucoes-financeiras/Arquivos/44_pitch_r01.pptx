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8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vnd.openxmlformats-officedocument.presentationml.slideMaster+xml" PartName="/ppt/slideMasters/slideMaster7.xml"/>
  <Override ContentType="application/vnd.openxmlformats-officedocument.presentationml.slideMaster+xml" PartName="/ppt/slideMasters/slideMaster6.xml"/>
  <Override ContentType="application/vnd.openxmlformats-officedocument.presentationml.slideMaster+xml" PartName="/ppt/slideMasters/slideMaster5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7.xml"/>
  <Override ContentType="application/vnd.openxmlformats-officedocument.theme+xml" PartName="/ppt/theme/theme6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  <Override ContentType="application/vnd.openxmlformats-officedocument.theme+xml" PartName="/ppt/theme/theme8.xml"/>
  <Override ContentType="application/vnd.openxmlformats-officedocument.theme+xml" PartName="/ppt/theme/theme9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4"/>
    <p:sldMasterId id="2147483650" r:id="rId5"/>
    <p:sldMasterId id="2147483652" r:id="rId6"/>
    <p:sldMasterId id="2147483654" r:id="rId7"/>
    <p:sldMasterId id="2147483656" r:id="rId8"/>
    <p:sldMasterId id="2147483658" r:id="rId9"/>
    <p:sldMasterId id="2147483660" r:id="rId10"/>
    <p:sldMasterId id="2147483662" r:id="rId11"/>
  </p:sldMasterIdLst>
  <p:notesMasterIdLst>
    <p:notesMasterId r:id="rId12"/>
  </p:notes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</p:sldIdLst>
  <p:sldSz cy="5143500" cx="9144000"/>
  <p:notesSz cx="6858000" cy="9144000"/>
  <p:embeddedFontLst>
    <p:embeddedFont>
      <p:font typeface="Montserrat"/>
      <p:regular r:id="rId22"/>
      <p:bold r:id="rId23"/>
      <p:italic r:id="rId24"/>
      <p:boldItalic r:id="rId25"/>
    </p:embeddedFont>
    <p:embeddedFont>
      <p:font typeface="Poppins"/>
      <p:regular r:id="rId26"/>
      <p:bold r:id="rId27"/>
      <p:italic r:id="rId28"/>
      <p:boldItalic r:id="rId29"/>
    </p:embeddedFont>
    <p:embeddedFont>
      <p:font typeface="Karla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4" roundtripDataSignature="AMtx7mjCj+qxPbhiEscnYyURZh6+B/rm0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87F589F-7896-40A3-A04C-DB8BF95B05D0}">
  <a:tblStyle styleId="{887F589F-7896-40A3-A04C-DB8BF95B05D0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8.xml"/><Relationship Id="rId22" Type="http://schemas.openxmlformats.org/officeDocument/2006/relationships/font" Target="fonts/Montserrat-regular.fntdata"/><Relationship Id="rId21" Type="http://schemas.openxmlformats.org/officeDocument/2006/relationships/slide" Target="slides/slide9.xml"/><Relationship Id="rId24" Type="http://schemas.openxmlformats.org/officeDocument/2006/relationships/font" Target="fonts/Montserrat-italic.fntdata"/><Relationship Id="rId23" Type="http://schemas.openxmlformats.org/officeDocument/2006/relationships/font" Target="fonts/Montserrat-bold.fntdata"/><Relationship Id="rId1" Type="http://schemas.openxmlformats.org/officeDocument/2006/relationships/theme" Target="theme/theme6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26" Type="http://schemas.openxmlformats.org/officeDocument/2006/relationships/font" Target="fonts/Poppins-regular.fntdata"/><Relationship Id="rId25" Type="http://schemas.openxmlformats.org/officeDocument/2006/relationships/font" Target="fonts/Montserrat-boldItalic.fntdata"/><Relationship Id="rId28" Type="http://schemas.openxmlformats.org/officeDocument/2006/relationships/font" Target="fonts/Poppins-italic.fntdata"/><Relationship Id="rId27" Type="http://schemas.openxmlformats.org/officeDocument/2006/relationships/font" Target="fonts/Poppins-bold.fntdata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29" Type="http://schemas.openxmlformats.org/officeDocument/2006/relationships/font" Target="fonts/Poppins-boldItalic.fntdata"/><Relationship Id="rId7" Type="http://schemas.openxmlformats.org/officeDocument/2006/relationships/slideMaster" Target="slideMasters/slideMaster4.xml"/><Relationship Id="rId8" Type="http://schemas.openxmlformats.org/officeDocument/2006/relationships/slideMaster" Target="slideMasters/slideMaster5.xml"/><Relationship Id="rId31" Type="http://schemas.openxmlformats.org/officeDocument/2006/relationships/font" Target="fonts/Karla-bold.fntdata"/><Relationship Id="rId30" Type="http://schemas.openxmlformats.org/officeDocument/2006/relationships/font" Target="fonts/Karla-regular.fntdata"/><Relationship Id="rId11" Type="http://schemas.openxmlformats.org/officeDocument/2006/relationships/slideMaster" Target="slideMasters/slideMaster8.xml"/><Relationship Id="rId33" Type="http://schemas.openxmlformats.org/officeDocument/2006/relationships/font" Target="fonts/Karla-boldItalic.fntdata"/><Relationship Id="rId10" Type="http://schemas.openxmlformats.org/officeDocument/2006/relationships/slideMaster" Target="slideMasters/slideMaster7.xml"/><Relationship Id="rId32" Type="http://schemas.openxmlformats.org/officeDocument/2006/relationships/font" Target="fonts/Karla-italic.fntdata"/><Relationship Id="rId13" Type="http://schemas.openxmlformats.org/officeDocument/2006/relationships/slide" Target="slides/slide1.xml"/><Relationship Id="rId12" Type="http://schemas.openxmlformats.org/officeDocument/2006/relationships/notesMaster" Target="notesMasters/notesMaster1.xml"/><Relationship Id="rId34" Type="http://customschemas.google.com/relationships/presentationmetadata" Target="metadata"/><Relationship Id="rId15" Type="http://schemas.openxmlformats.org/officeDocument/2006/relationships/slide" Target="slides/slide3.xml"/><Relationship Id="rId14" Type="http://schemas.openxmlformats.org/officeDocument/2006/relationships/slide" Target="slides/slide2.xml"/><Relationship Id="rId17" Type="http://schemas.openxmlformats.org/officeDocument/2006/relationships/slide" Target="slides/slide5.xml"/><Relationship Id="rId16" Type="http://schemas.openxmlformats.org/officeDocument/2006/relationships/slide" Target="slides/slide4.xml"/><Relationship Id="rId19" Type="http://schemas.openxmlformats.org/officeDocument/2006/relationships/slide" Target="slides/slide7.xml"/><Relationship Id="rId18" Type="http://schemas.openxmlformats.org/officeDocument/2006/relationships/slide" Target="slides/slide6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2" name="Google Shape;7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5" name="Google Shape;8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2" name="Google Shape;9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8" name="Google Shape;9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8" name="Google Shape;10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11"/>
          <p:cNvSpPr txBox="1"/>
          <p:nvPr>
            <p:ph type="ctrTitle"/>
          </p:nvPr>
        </p:nvSpPr>
        <p:spPr>
          <a:xfrm>
            <a:off x="648300" y="3404550"/>
            <a:ext cx="3530700" cy="1182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3"/>
          <p:cNvSpPr txBox="1"/>
          <p:nvPr>
            <p:ph idx="12" type="sldNum"/>
          </p:nvPr>
        </p:nvSpPr>
        <p:spPr>
          <a:xfrm>
            <a:off x="8543925" y="4749800"/>
            <a:ext cx="547687" cy="3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"/>
              <a:buNone/>
              <a:defRPr b="0" i="0" sz="1200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"/>
              <a:buNone/>
              <a:defRPr b="0" i="0" sz="1200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"/>
              <a:buNone/>
              <a:defRPr b="0" i="0" sz="1200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"/>
              <a:buNone/>
              <a:defRPr b="0" i="0" sz="1200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"/>
              <a:buNone/>
              <a:defRPr b="0" i="0" sz="1200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"/>
              <a:buNone/>
              <a:defRPr b="0" i="0" sz="1200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"/>
              <a:buNone/>
              <a:defRPr b="0" i="0" sz="1200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"/>
              <a:buNone/>
              <a:defRPr b="0" i="0" sz="1200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"/>
              <a:buNone/>
              <a:defRPr b="0" i="0" sz="1200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title">
  <p:cSld name="TITLE_1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5"/>
          <p:cNvSpPr txBox="1"/>
          <p:nvPr>
            <p:ph type="ctrTitle"/>
          </p:nvPr>
        </p:nvSpPr>
        <p:spPr>
          <a:xfrm>
            <a:off x="648300" y="1583350"/>
            <a:ext cx="3522300" cy="298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7" name="Google Shape;27;p15"/>
          <p:cNvSpPr txBox="1"/>
          <p:nvPr>
            <p:ph idx="1" type="subTitle"/>
          </p:nvPr>
        </p:nvSpPr>
        <p:spPr>
          <a:xfrm>
            <a:off x="6724950" y="3494300"/>
            <a:ext cx="1906200" cy="1031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TITLE_1_1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7"/>
          <p:cNvSpPr txBox="1"/>
          <p:nvPr>
            <p:ph idx="1" type="body"/>
          </p:nvPr>
        </p:nvSpPr>
        <p:spPr>
          <a:xfrm>
            <a:off x="838250" y="2419350"/>
            <a:ext cx="5324100" cy="22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Montserrat"/>
              <a:buChar char="▸"/>
              <a:defRPr sz="2400">
                <a:latin typeface="Montserrat"/>
                <a:ea typeface="Montserrat"/>
                <a:cs typeface="Montserrat"/>
                <a:sym typeface="Montserrat"/>
              </a:defRPr>
            </a:lvl1pPr>
            <a:lvl2pPr indent="-3810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Char char="▹"/>
              <a:defRPr sz="2400">
                <a:latin typeface="Montserrat"/>
                <a:ea typeface="Montserrat"/>
                <a:cs typeface="Montserrat"/>
                <a:sym typeface="Montserrat"/>
              </a:defRPr>
            </a:lvl2pPr>
            <a:lvl3pPr indent="-3810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Char char="▹"/>
              <a:defRPr sz="2400">
                <a:latin typeface="Montserrat"/>
                <a:ea typeface="Montserrat"/>
                <a:cs typeface="Montserrat"/>
                <a:sym typeface="Montserrat"/>
              </a:defRPr>
            </a:lvl3pPr>
            <a:lvl4pPr indent="-3810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Char char="●"/>
              <a:defRPr sz="2400">
                <a:latin typeface="Montserrat"/>
                <a:ea typeface="Montserrat"/>
                <a:cs typeface="Montserrat"/>
                <a:sym typeface="Montserrat"/>
              </a:defRPr>
            </a:lvl4pPr>
            <a:lvl5pPr indent="-3810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Char char="○"/>
              <a:defRPr sz="2400">
                <a:latin typeface="Montserrat"/>
                <a:ea typeface="Montserrat"/>
                <a:cs typeface="Montserrat"/>
                <a:sym typeface="Montserrat"/>
              </a:defRPr>
            </a:lvl5pPr>
            <a:lvl6pPr indent="-3810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Char char="■"/>
              <a:defRPr sz="2400">
                <a:latin typeface="Montserrat"/>
                <a:ea typeface="Montserrat"/>
                <a:cs typeface="Montserrat"/>
                <a:sym typeface="Montserrat"/>
              </a:defRPr>
            </a:lvl6pPr>
            <a:lvl7pPr indent="-3810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Char char="●"/>
              <a:defRPr sz="2400">
                <a:latin typeface="Montserrat"/>
                <a:ea typeface="Montserrat"/>
                <a:cs typeface="Montserrat"/>
                <a:sym typeface="Montserrat"/>
              </a:defRPr>
            </a:lvl7pPr>
            <a:lvl8pPr indent="-3810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Char char="○"/>
              <a:defRPr sz="2400">
                <a:latin typeface="Montserrat"/>
                <a:ea typeface="Montserrat"/>
                <a:cs typeface="Montserrat"/>
                <a:sym typeface="Montserrat"/>
              </a:defRPr>
            </a:lvl8pPr>
            <a:lvl9pPr indent="-3810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Char char="■"/>
              <a:defRPr sz="24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37" name="Google Shape;37;p17"/>
          <p:cNvSpPr txBox="1"/>
          <p:nvPr>
            <p:ph idx="12" type="sldNum"/>
          </p:nvPr>
        </p:nvSpPr>
        <p:spPr>
          <a:xfrm>
            <a:off x="8543925" y="4749800"/>
            <a:ext cx="547687" cy="3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"/>
              <a:buNone/>
              <a:defRPr b="0" i="0" sz="1200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"/>
              <a:buNone/>
              <a:defRPr b="0" i="0" sz="1200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"/>
              <a:buNone/>
              <a:defRPr b="0" i="0" sz="1200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"/>
              <a:buNone/>
              <a:defRPr b="0" i="0" sz="1200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"/>
              <a:buNone/>
              <a:defRPr b="0" i="0" sz="1200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"/>
              <a:buNone/>
              <a:defRPr b="0" i="0" sz="1200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"/>
              <a:buNone/>
              <a:defRPr b="0" i="0" sz="1200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"/>
              <a:buNone/>
              <a:defRPr b="0" i="0" sz="1200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"/>
              <a:buNone/>
              <a:defRPr b="0" i="0" sz="1200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1 column" type="tx">
  <p:cSld name="TITLE_AND_BODY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9"/>
          <p:cNvSpPr txBox="1"/>
          <p:nvPr>
            <p:ph type="title"/>
          </p:nvPr>
        </p:nvSpPr>
        <p:spPr>
          <a:xfrm>
            <a:off x="838350" y="1807900"/>
            <a:ext cx="5324100" cy="48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6" name="Google Shape;46;p19"/>
          <p:cNvSpPr txBox="1"/>
          <p:nvPr>
            <p:ph idx="1" type="body"/>
          </p:nvPr>
        </p:nvSpPr>
        <p:spPr>
          <a:xfrm>
            <a:off x="838250" y="2419350"/>
            <a:ext cx="5324100" cy="22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Char char="▸"/>
              <a:defRPr/>
            </a:lvl1pPr>
            <a:lvl2pPr indent="-3302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▹"/>
              <a:defRPr/>
            </a:lvl2pPr>
            <a:lvl3pPr indent="-3302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▹"/>
              <a:defRPr/>
            </a:lvl3pPr>
            <a:lvl4pPr indent="-3302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47" name="Google Shape;47;p19"/>
          <p:cNvSpPr txBox="1"/>
          <p:nvPr>
            <p:ph idx="12" type="sldNum"/>
          </p:nvPr>
        </p:nvSpPr>
        <p:spPr>
          <a:xfrm>
            <a:off x="8543925" y="4749800"/>
            <a:ext cx="547687" cy="3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"/>
              <a:buNone/>
              <a:defRPr b="0" i="0" sz="1200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"/>
              <a:buNone/>
              <a:defRPr b="0" i="0" sz="1200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"/>
              <a:buNone/>
              <a:defRPr b="0" i="0" sz="1200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"/>
              <a:buNone/>
              <a:defRPr b="0" i="0" sz="1200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"/>
              <a:buNone/>
              <a:defRPr b="0" i="0" sz="1200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"/>
              <a:buNone/>
              <a:defRPr b="0" i="0" sz="1200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"/>
              <a:buNone/>
              <a:defRPr b="0" i="0" sz="1200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"/>
              <a:buNone/>
              <a:defRPr b="0" i="0" sz="1200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"/>
              <a:buNone/>
              <a:defRPr b="0" i="0" sz="1200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1"/>
          <p:cNvSpPr txBox="1"/>
          <p:nvPr>
            <p:ph type="title"/>
          </p:nvPr>
        </p:nvSpPr>
        <p:spPr>
          <a:xfrm>
            <a:off x="841000" y="1884100"/>
            <a:ext cx="48015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6" name="Google Shape;56;p21"/>
          <p:cNvSpPr txBox="1"/>
          <p:nvPr>
            <p:ph idx="12" type="sldNum"/>
          </p:nvPr>
        </p:nvSpPr>
        <p:spPr>
          <a:xfrm>
            <a:off x="8543925" y="4749800"/>
            <a:ext cx="547687" cy="3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"/>
              <a:buNone/>
              <a:defRPr b="0" i="0" sz="1200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"/>
              <a:buNone/>
              <a:defRPr b="0" i="0" sz="1200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"/>
              <a:buNone/>
              <a:defRPr b="0" i="0" sz="1200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"/>
              <a:buNone/>
              <a:defRPr b="0" i="0" sz="1200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"/>
              <a:buNone/>
              <a:defRPr b="0" i="0" sz="1200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"/>
              <a:buNone/>
              <a:defRPr b="0" i="0" sz="1200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"/>
              <a:buNone/>
              <a:defRPr b="0" i="0" sz="1200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"/>
              <a:buNone/>
              <a:defRPr b="0" i="0" sz="1200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"/>
              <a:buNone/>
              <a:defRPr b="0" i="0" sz="1200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big image">
  <p:cSld name="TITLE_1_2_1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3"/>
          <p:cNvSpPr txBox="1"/>
          <p:nvPr>
            <p:ph type="title"/>
          </p:nvPr>
        </p:nvSpPr>
        <p:spPr>
          <a:xfrm>
            <a:off x="609704" y="4116875"/>
            <a:ext cx="1609800" cy="48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5" name="Google Shape;65;p23"/>
          <p:cNvSpPr txBox="1"/>
          <p:nvPr>
            <p:ph idx="12" type="sldNum"/>
          </p:nvPr>
        </p:nvSpPr>
        <p:spPr>
          <a:xfrm>
            <a:off x="8543925" y="4749800"/>
            <a:ext cx="547687" cy="3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"/>
              <a:buNone/>
              <a:defRPr b="0" i="0" sz="1200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"/>
              <a:buNone/>
              <a:defRPr b="0" i="0" sz="1200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"/>
              <a:buNone/>
              <a:defRPr b="0" i="0" sz="1200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"/>
              <a:buNone/>
              <a:defRPr b="0" i="0" sz="1200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"/>
              <a:buNone/>
              <a:defRPr b="0" i="0" sz="1200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"/>
              <a:buNone/>
              <a:defRPr b="0" i="0" sz="1200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"/>
              <a:buNone/>
              <a:defRPr b="0" i="0" sz="1200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"/>
              <a:buNone/>
              <a:defRPr b="0" i="0" sz="1200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"/>
              <a:buNone/>
              <a:defRPr b="0" i="0" sz="1200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6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heme" Target="../theme/theme7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theme" Target="../theme/theme4.xml"/></Relationships>
</file>

<file path=ppt/slideMasters/_rels/slideMaster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theme" Target="../theme/theme5.xml"/></Relationships>
</file>

<file path=ppt/slideMasters/_rels/slideMaster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theme" Target="../theme/theme3.xml"/></Relationships>
</file>

<file path=ppt/slideMasters/_rels/slideMaster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theme" Target="../theme/theme1.xml"/></Relationships>
</file>

<file path=ppt/slideMasters/_rels/slideMaster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theme" Target="../theme/theme8.xml"/></Relationships>
</file>

<file path=ppt/slideMasters/_rels/slideMaster8.xml.rels><?xml version="1.0" encoding="UTF-8" standalone="yes"?><Relationships xmlns="http://schemas.openxmlformats.org/package/2006/relationships"><Relationship Id="rId1" Type="http://schemas.openxmlformats.org/officeDocument/2006/relationships/theme" Target="../theme/theme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/>
          <p:nvPr/>
        </p:nvSpPr>
        <p:spPr>
          <a:xfrm>
            <a:off x="219075" y="-9525"/>
            <a:ext cx="5276850" cy="5167312"/>
          </a:xfrm>
          <a:custGeom>
            <a:rect b="b" l="l" r="r" t="t"/>
            <a:pathLst>
              <a:path extrusionOk="0" h="206683" w="211075">
                <a:moveTo>
                  <a:pt x="387" y="0"/>
                </a:moveTo>
                <a:lnTo>
                  <a:pt x="0" y="206683"/>
                </a:lnTo>
                <a:lnTo>
                  <a:pt x="211075" y="206545"/>
                </a:lnTo>
                <a:lnTo>
                  <a:pt x="155812" y="301"/>
                </a:lnTo>
                <a:lnTo>
                  <a:pt x="387" y="0"/>
                </a:lnTo>
                <a:close/>
              </a:path>
            </a:pathLst>
          </a:custGeom>
          <a:solidFill>
            <a:srgbClr val="000000">
              <a:alpha val="7058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7;p10"/>
          <p:cNvSpPr/>
          <p:nvPr/>
        </p:nvSpPr>
        <p:spPr>
          <a:xfrm>
            <a:off x="-9525" y="-9525"/>
            <a:ext cx="5276850" cy="5167312"/>
          </a:xfrm>
          <a:custGeom>
            <a:rect b="b" l="l" r="r" t="t"/>
            <a:pathLst>
              <a:path extrusionOk="0" h="206683" w="211075">
                <a:moveTo>
                  <a:pt x="387" y="0"/>
                </a:moveTo>
                <a:lnTo>
                  <a:pt x="0" y="206683"/>
                </a:lnTo>
                <a:lnTo>
                  <a:pt x="211075" y="206545"/>
                </a:lnTo>
                <a:lnTo>
                  <a:pt x="155812" y="301"/>
                </a:lnTo>
                <a:lnTo>
                  <a:pt x="387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8;p10"/>
          <p:cNvSpPr txBox="1"/>
          <p:nvPr>
            <p:ph type="title"/>
          </p:nvPr>
        </p:nvSpPr>
        <p:spPr>
          <a:xfrm>
            <a:off x="457200" y="1884362"/>
            <a:ext cx="5184775" cy="47466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0"/>
          <p:cNvSpPr txBox="1"/>
          <p:nvPr>
            <p:ph idx="1" type="body"/>
          </p:nvPr>
        </p:nvSpPr>
        <p:spPr>
          <a:xfrm>
            <a:off x="457200" y="2495550"/>
            <a:ext cx="5184775" cy="22558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transition spd="slow">
    <p:fade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2"/>
          <p:cNvSpPr/>
          <p:nvPr/>
        </p:nvSpPr>
        <p:spPr>
          <a:xfrm>
            <a:off x="228600" y="-11112"/>
            <a:ext cx="8229600" cy="5165725"/>
          </a:xfrm>
          <a:custGeom>
            <a:rect b="b" l="l" r="r" t="t"/>
            <a:pathLst>
              <a:path extrusionOk="0" h="206122" w="328450">
                <a:moveTo>
                  <a:pt x="0" y="0"/>
                </a:moveTo>
                <a:lnTo>
                  <a:pt x="0" y="206122"/>
                </a:lnTo>
                <a:lnTo>
                  <a:pt x="328450" y="206122"/>
                </a:lnTo>
                <a:lnTo>
                  <a:pt x="273309" y="331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58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12"/>
          <p:cNvSpPr/>
          <p:nvPr/>
        </p:nvSpPr>
        <p:spPr>
          <a:xfrm>
            <a:off x="0" y="-11112"/>
            <a:ext cx="8229600" cy="5165725"/>
          </a:xfrm>
          <a:custGeom>
            <a:rect b="b" l="l" r="r" t="t"/>
            <a:pathLst>
              <a:path extrusionOk="0" h="206122" w="328450">
                <a:moveTo>
                  <a:pt x="0" y="0"/>
                </a:moveTo>
                <a:lnTo>
                  <a:pt x="0" y="206122"/>
                </a:lnTo>
                <a:lnTo>
                  <a:pt x="328450" y="206122"/>
                </a:lnTo>
                <a:lnTo>
                  <a:pt x="273309" y="33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12"/>
          <p:cNvSpPr txBox="1"/>
          <p:nvPr>
            <p:ph type="title"/>
          </p:nvPr>
        </p:nvSpPr>
        <p:spPr>
          <a:xfrm>
            <a:off x="457200" y="1884362"/>
            <a:ext cx="5184775" cy="47466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" name="Google Shape;16;p12"/>
          <p:cNvSpPr txBox="1"/>
          <p:nvPr>
            <p:ph idx="1" type="body"/>
          </p:nvPr>
        </p:nvSpPr>
        <p:spPr>
          <a:xfrm>
            <a:off x="457200" y="2495550"/>
            <a:ext cx="5184775" cy="22558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" name="Google Shape;17;p12"/>
          <p:cNvSpPr txBox="1"/>
          <p:nvPr>
            <p:ph idx="12" type="sldNum"/>
          </p:nvPr>
        </p:nvSpPr>
        <p:spPr>
          <a:xfrm>
            <a:off x="8543925" y="4749800"/>
            <a:ext cx="547687" cy="3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"/>
              <a:buNone/>
              <a:defRPr b="0" i="0" sz="1200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"/>
              <a:buNone/>
              <a:defRPr b="0" i="0" sz="1200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"/>
              <a:buNone/>
              <a:defRPr b="0" i="0" sz="1200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"/>
              <a:buNone/>
              <a:defRPr b="0" i="0" sz="1200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"/>
              <a:buNone/>
              <a:defRPr b="0" i="0" sz="1200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"/>
              <a:buNone/>
              <a:defRPr b="0" i="0" sz="1200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"/>
              <a:buNone/>
              <a:defRPr b="0" i="0" sz="1200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"/>
              <a:buNone/>
              <a:defRPr b="0" i="0" sz="1200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"/>
              <a:buNone/>
              <a:defRPr b="0" i="0" sz="1200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1"/>
  </p:sldLayoutIdLst>
  <p:transition spd="slow">
    <p:fade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4"/>
          <p:cNvSpPr/>
          <p:nvPr/>
        </p:nvSpPr>
        <p:spPr>
          <a:xfrm>
            <a:off x="219075" y="-9525"/>
            <a:ext cx="5276850" cy="5167312"/>
          </a:xfrm>
          <a:custGeom>
            <a:rect b="b" l="l" r="r" t="t"/>
            <a:pathLst>
              <a:path extrusionOk="0" h="206683" w="211075">
                <a:moveTo>
                  <a:pt x="387" y="0"/>
                </a:moveTo>
                <a:lnTo>
                  <a:pt x="0" y="206683"/>
                </a:lnTo>
                <a:lnTo>
                  <a:pt x="211075" y="206545"/>
                </a:lnTo>
                <a:lnTo>
                  <a:pt x="155812" y="301"/>
                </a:lnTo>
                <a:lnTo>
                  <a:pt x="387" y="0"/>
                </a:lnTo>
                <a:close/>
              </a:path>
            </a:pathLst>
          </a:custGeom>
          <a:solidFill>
            <a:srgbClr val="000000">
              <a:alpha val="7058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14"/>
          <p:cNvSpPr/>
          <p:nvPr/>
        </p:nvSpPr>
        <p:spPr>
          <a:xfrm>
            <a:off x="-9525" y="-9525"/>
            <a:ext cx="5276850" cy="5167312"/>
          </a:xfrm>
          <a:custGeom>
            <a:rect b="b" l="l" r="r" t="t"/>
            <a:pathLst>
              <a:path extrusionOk="0" h="206683" w="211075">
                <a:moveTo>
                  <a:pt x="387" y="0"/>
                </a:moveTo>
                <a:lnTo>
                  <a:pt x="0" y="206683"/>
                </a:lnTo>
                <a:lnTo>
                  <a:pt x="211075" y="206545"/>
                </a:lnTo>
                <a:lnTo>
                  <a:pt x="155812" y="301"/>
                </a:lnTo>
                <a:lnTo>
                  <a:pt x="387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14"/>
          <p:cNvSpPr txBox="1"/>
          <p:nvPr>
            <p:ph type="title"/>
          </p:nvPr>
        </p:nvSpPr>
        <p:spPr>
          <a:xfrm>
            <a:off x="457200" y="1884362"/>
            <a:ext cx="5184775" cy="47466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" name="Google Shape;24;p14"/>
          <p:cNvSpPr txBox="1"/>
          <p:nvPr>
            <p:ph idx="1" type="body"/>
          </p:nvPr>
        </p:nvSpPr>
        <p:spPr>
          <a:xfrm>
            <a:off x="457200" y="2495550"/>
            <a:ext cx="5184775" cy="22558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3" r:id="rId1"/>
  </p:sldLayoutIdLst>
  <p:transition spd="slow">
    <p:fade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6"/>
          <p:cNvSpPr/>
          <p:nvPr/>
        </p:nvSpPr>
        <p:spPr>
          <a:xfrm>
            <a:off x="228600" y="-11112"/>
            <a:ext cx="8229600" cy="5165725"/>
          </a:xfrm>
          <a:custGeom>
            <a:rect b="b" l="l" r="r" t="t"/>
            <a:pathLst>
              <a:path extrusionOk="0" h="206122" w="328450">
                <a:moveTo>
                  <a:pt x="0" y="0"/>
                </a:moveTo>
                <a:lnTo>
                  <a:pt x="0" y="206122"/>
                </a:lnTo>
                <a:lnTo>
                  <a:pt x="328450" y="206122"/>
                </a:lnTo>
                <a:lnTo>
                  <a:pt x="273309" y="331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58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16"/>
          <p:cNvSpPr/>
          <p:nvPr/>
        </p:nvSpPr>
        <p:spPr>
          <a:xfrm>
            <a:off x="0" y="-11112"/>
            <a:ext cx="8229600" cy="5165725"/>
          </a:xfrm>
          <a:custGeom>
            <a:rect b="b" l="l" r="r" t="t"/>
            <a:pathLst>
              <a:path extrusionOk="0" h="206122" w="328450">
                <a:moveTo>
                  <a:pt x="0" y="0"/>
                </a:moveTo>
                <a:lnTo>
                  <a:pt x="0" y="206122"/>
                </a:lnTo>
                <a:lnTo>
                  <a:pt x="328450" y="206122"/>
                </a:lnTo>
                <a:lnTo>
                  <a:pt x="273309" y="33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16"/>
          <p:cNvSpPr txBox="1"/>
          <p:nvPr/>
        </p:nvSpPr>
        <p:spPr>
          <a:xfrm>
            <a:off x="800100" y="1611312"/>
            <a:ext cx="1957387" cy="6540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Montserrat"/>
              <a:buNone/>
            </a:pPr>
            <a:r>
              <a:rPr b="0" i="0" lang="en-US" sz="7200" u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“</a:t>
            </a:r>
            <a:endParaRPr/>
          </a:p>
        </p:txBody>
      </p:sp>
      <p:sp>
        <p:nvSpPr>
          <p:cNvPr id="32" name="Google Shape;32;p16"/>
          <p:cNvSpPr txBox="1"/>
          <p:nvPr>
            <p:ph type="title"/>
          </p:nvPr>
        </p:nvSpPr>
        <p:spPr>
          <a:xfrm>
            <a:off x="457200" y="1884362"/>
            <a:ext cx="5184775" cy="47466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3" name="Google Shape;33;p16"/>
          <p:cNvSpPr txBox="1"/>
          <p:nvPr>
            <p:ph idx="1" type="body"/>
          </p:nvPr>
        </p:nvSpPr>
        <p:spPr>
          <a:xfrm>
            <a:off x="457200" y="2495550"/>
            <a:ext cx="5184775" cy="22558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4" name="Google Shape;34;p16"/>
          <p:cNvSpPr txBox="1"/>
          <p:nvPr>
            <p:ph idx="12" type="sldNum"/>
          </p:nvPr>
        </p:nvSpPr>
        <p:spPr>
          <a:xfrm>
            <a:off x="8543925" y="4749800"/>
            <a:ext cx="547687" cy="3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"/>
              <a:buNone/>
              <a:defRPr b="0" i="0" sz="1200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"/>
              <a:buNone/>
              <a:defRPr b="0" i="0" sz="1200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"/>
              <a:buNone/>
              <a:defRPr b="0" i="0" sz="1200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"/>
              <a:buNone/>
              <a:defRPr b="0" i="0" sz="1200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"/>
              <a:buNone/>
              <a:defRPr b="0" i="0" sz="1200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"/>
              <a:buNone/>
              <a:defRPr b="0" i="0" sz="1200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"/>
              <a:buNone/>
              <a:defRPr b="0" i="0" sz="1200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"/>
              <a:buNone/>
              <a:defRPr b="0" i="0" sz="1200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"/>
              <a:buNone/>
              <a:defRPr b="0" i="0" sz="1200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</p:sldLayoutIdLst>
  <p:transition spd="slow">
    <p:fade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8"/>
          <p:cNvSpPr/>
          <p:nvPr/>
        </p:nvSpPr>
        <p:spPr>
          <a:xfrm>
            <a:off x="228600" y="-11112"/>
            <a:ext cx="8229600" cy="5165725"/>
          </a:xfrm>
          <a:custGeom>
            <a:rect b="b" l="l" r="r" t="t"/>
            <a:pathLst>
              <a:path extrusionOk="0" h="206122" w="328450">
                <a:moveTo>
                  <a:pt x="0" y="0"/>
                </a:moveTo>
                <a:lnTo>
                  <a:pt x="0" y="206122"/>
                </a:lnTo>
                <a:lnTo>
                  <a:pt x="328450" y="206122"/>
                </a:lnTo>
                <a:lnTo>
                  <a:pt x="273309" y="331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58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18"/>
          <p:cNvSpPr/>
          <p:nvPr/>
        </p:nvSpPr>
        <p:spPr>
          <a:xfrm>
            <a:off x="0" y="-11112"/>
            <a:ext cx="8229600" cy="5165725"/>
          </a:xfrm>
          <a:custGeom>
            <a:rect b="b" l="l" r="r" t="t"/>
            <a:pathLst>
              <a:path extrusionOk="0" h="206122" w="328450">
                <a:moveTo>
                  <a:pt x="0" y="0"/>
                </a:moveTo>
                <a:lnTo>
                  <a:pt x="0" y="206122"/>
                </a:lnTo>
                <a:lnTo>
                  <a:pt x="328450" y="206122"/>
                </a:lnTo>
                <a:lnTo>
                  <a:pt x="273309" y="33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18"/>
          <p:cNvSpPr txBox="1"/>
          <p:nvPr>
            <p:ph type="title"/>
          </p:nvPr>
        </p:nvSpPr>
        <p:spPr>
          <a:xfrm>
            <a:off x="457200" y="1884362"/>
            <a:ext cx="5184775" cy="47466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2" name="Google Shape;42;p18"/>
          <p:cNvSpPr txBox="1"/>
          <p:nvPr>
            <p:ph idx="1" type="body"/>
          </p:nvPr>
        </p:nvSpPr>
        <p:spPr>
          <a:xfrm>
            <a:off x="457200" y="2495550"/>
            <a:ext cx="5184775" cy="22558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3" name="Google Shape;43;p18"/>
          <p:cNvSpPr txBox="1"/>
          <p:nvPr>
            <p:ph idx="12" type="sldNum"/>
          </p:nvPr>
        </p:nvSpPr>
        <p:spPr>
          <a:xfrm>
            <a:off x="8543925" y="4749800"/>
            <a:ext cx="547687" cy="3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"/>
              <a:buNone/>
              <a:defRPr b="0" i="0" sz="1200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"/>
              <a:buNone/>
              <a:defRPr b="0" i="0" sz="1200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"/>
              <a:buNone/>
              <a:defRPr b="0" i="0" sz="1200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"/>
              <a:buNone/>
              <a:defRPr b="0" i="0" sz="1200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"/>
              <a:buNone/>
              <a:defRPr b="0" i="0" sz="1200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"/>
              <a:buNone/>
              <a:defRPr b="0" i="0" sz="1200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"/>
              <a:buNone/>
              <a:defRPr b="0" i="0" sz="1200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"/>
              <a:buNone/>
              <a:defRPr b="0" i="0" sz="1200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"/>
              <a:buNone/>
              <a:defRPr b="0" i="0" sz="1200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7" r:id="rId1"/>
  </p:sldLayoutIdLst>
  <p:transition spd="slow">
    <p:fade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0"/>
          <p:cNvSpPr/>
          <p:nvPr/>
        </p:nvSpPr>
        <p:spPr>
          <a:xfrm>
            <a:off x="228600" y="-11112"/>
            <a:ext cx="8229600" cy="5165725"/>
          </a:xfrm>
          <a:custGeom>
            <a:rect b="b" l="l" r="r" t="t"/>
            <a:pathLst>
              <a:path extrusionOk="0" h="206122" w="328450">
                <a:moveTo>
                  <a:pt x="0" y="0"/>
                </a:moveTo>
                <a:lnTo>
                  <a:pt x="0" y="206122"/>
                </a:lnTo>
                <a:lnTo>
                  <a:pt x="328450" y="206122"/>
                </a:lnTo>
                <a:lnTo>
                  <a:pt x="273309" y="331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58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20"/>
          <p:cNvSpPr/>
          <p:nvPr/>
        </p:nvSpPr>
        <p:spPr>
          <a:xfrm>
            <a:off x="0" y="-11112"/>
            <a:ext cx="8229600" cy="5165725"/>
          </a:xfrm>
          <a:custGeom>
            <a:rect b="b" l="l" r="r" t="t"/>
            <a:pathLst>
              <a:path extrusionOk="0" h="206122" w="328450">
                <a:moveTo>
                  <a:pt x="0" y="0"/>
                </a:moveTo>
                <a:lnTo>
                  <a:pt x="0" y="206122"/>
                </a:lnTo>
                <a:lnTo>
                  <a:pt x="328450" y="206122"/>
                </a:lnTo>
                <a:lnTo>
                  <a:pt x="273309" y="33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20"/>
          <p:cNvSpPr txBox="1"/>
          <p:nvPr>
            <p:ph type="title"/>
          </p:nvPr>
        </p:nvSpPr>
        <p:spPr>
          <a:xfrm>
            <a:off x="457200" y="1884362"/>
            <a:ext cx="5184775" cy="47466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20"/>
          <p:cNvSpPr txBox="1"/>
          <p:nvPr>
            <p:ph idx="1" type="body"/>
          </p:nvPr>
        </p:nvSpPr>
        <p:spPr>
          <a:xfrm>
            <a:off x="457200" y="2495550"/>
            <a:ext cx="5184775" cy="22558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20"/>
          <p:cNvSpPr txBox="1"/>
          <p:nvPr>
            <p:ph idx="12" type="sldNum"/>
          </p:nvPr>
        </p:nvSpPr>
        <p:spPr>
          <a:xfrm>
            <a:off x="8543925" y="4749800"/>
            <a:ext cx="547687" cy="3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"/>
              <a:buNone/>
              <a:defRPr b="0" i="0" sz="1200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"/>
              <a:buNone/>
              <a:defRPr b="0" i="0" sz="1200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"/>
              <a:buNone/>
              <a:defRPr b="0" i="0" sz="1200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"/>
              <a:buNone/>
              <a:defRPr b="0" i="0" sz="1200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"/>
              <a:buNone/>
              <a:defRPr b="0" i="0" sz="1200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"/>
              <a:buNone/>
              <a:defRPr b="0" i="0" sz="1200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"/>
              <a:buNone/>
              <a:defRPr b="0" i="0" sz="1200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"/>
              <a:buNone/>
              <a:defRPr b="0" i="0" sz="1200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"/>
              <a:buNone/>
              <a:defRPr b="0" i="0" sz="1200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</p:sldLayoutIdLst>
  <p:transition spd="slow">
    <p:fade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2"/>
          <p:cNvSpPr/>
          <p:nvPr/>
        </p:nvSpPr>
        <p:spPr>
          <a:xfrm>
            <a:off x="209550" y="-9525"/>
            <a:ext cx="3076575" cy="5167312"/>
          </a:xfrm>
          <a:custGeom>
            <a:rect b="b" l="l" r="r" t="t"/>
            <a:pathLst>
              <a:path extrusionOk="0" h="206683" w="123070">
                <a:moveTo>
                  <a:pt x="0" y="0"/>
                </a:moveTo>
                <a:lnTo>
                  <a:pt x="0" y="206683"/>
                </a:lnTo>
                <a:lnTo>
                  <a:pt x="123070" y="206545"/>
                </a:lnTo>
                <a:lnTo>
                  <a:pt x="67807" y="301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58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22"/>
          <p:cNvSpPr/>
          <p:nvPr/>
        </p:nvSpPr>
        <p:spPr>
          <a:xfrm>
            <a:off x="-19050" y="-9525"/>
            <a:ext cx="3076575" cy="5167312"/>
          </a:xfrm>
          <a:custGeom>
            <a:rect b="b" l="l" r="r" t="t"/>
            <a:pathLst>
              <a:path extrusionOk="0" h="206683" w="123070">
                <a:moveTo>
                  <a:pt x="0" y="0"/>
                </a:moveTo>
                <a:lnTo>
                  <a:pt x="0" y="206683"/>
                </a:lnTo>
                <a:lnTo>
                  <a:pt x="123070" y="206545"/>
                </a:lnTo>
                <a:lnTo>
                  <a:pt x="67807" y="30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22"/>
          <p:cNvSpPr txBox="1"/>
          <p:nvPr>
            <p:ph type="title"/>
          </p:nvPr>
        </p:nvSpPr>
        <p:spPr>
          <a:xfrm>
            <a:off x="457200" y="1884362"/>
            <a:ext cx="5184775" cy="47466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1" name="Google Shape;61;p22"/>
          <p:cNvSpPr txBox="1"/>
          <p:nvPr>
            <p:ph idx="1" type="body"/>
          </p:nvPr>
        </p:nvSpPr>
        <p:spPr>
          <a:xfrm>
            <a:off x="457200" y="2495550"/>
            <a:ext cx="5184775" cy="22558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2" name="Google Shape;62;p22"/>
          <p:cNvSpPr txBox="1"/>
          <p:nvPr>
            <p:ph idx="12" type="sldNum"/>
          </p:nvPr>
        </p:nvSpPr>
        <p:spPr>
          <a:xfrm>
            <a:off x="8543925" y="4749800"/>
            <a:ext cx="547687" cy="3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"/>
              <a:buNone/>
              <a:defRPr b="0" i="0" sz="1200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"/>
              <a:buNone/>
              <a:defRPr b="0" i="0" sz="1200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"/>
              <a:buNone/>
              <a:defRPr b="0" i="0" sz="1200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"/>
              <a:buNone/>
              <a:defRPr b="0" i="0" sz="1200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"/>
              <a:buNone/>
              <a:defRPr b="0" i="0" sz="1200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"/>
              <a:buNone/>
              <a:defRPr b="0" i="0" sz="1200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"/>
              <a:buNone/>
              <a:defRPr b="0" i="0" sz="1200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"/>
              <a:buNone/>
              <a:defRPr b="0" i="0" sz="1200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"/>
              <a:buNone/>
              <a:defRPr b="0" i="0" sz="1200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</p:sldLayoutIdLst>
  <p:transition spd="slow">
    <p:fade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4"/>
          <p:cNvSpPr txBox="1"/>
          <p:nvPr>
            <p:ph type="title"/>
          </p:nvPr>
        </p:nvSpPr>
        <p:spPr>
          <a:xfrm>
            <a:off x="457200" y="1884362"/>
            <a:ext cx="5184775" cy="47466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8" name="Google Shape;68;p24"/>
          <p:cNvSpPr txBox="1"/>
          <p:nvPr>
            <p:ph idx="1" type="body"/>
          </p:nvPr>
        </p:nvSpPr>
        <p:spPr>
          <a:xfrm>
            <a:off x="457200" y="2495550"/>
            <a:ext cx="5184775" cy="22558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9" name="Google Shape;69;p24"/>
          <p:cNvSpPr txBox="1"/>
          <p:nvPr>
            <p:ph idx="12" type="sldNum"/>
          </p:nvPr>
        </p:nvSpPr>
        <p:spPr>
          <a:xfrm>
            <a:off x="8543925" y="4749800"/>
            <a:ext cx="547687" cy="3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"/>
              <a:buNone/>
              <a:defRPr b="0" i="0" sz="1200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"/>
              <a:buNone/>
              <a:defRPr b="0" i="0" sz="1200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"/>
              <a:buNone/>
              <a:defRPr b="0" i="0" sz="1200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"/>
              <a:buNone/>
              <a:defRPr b="0" i="0" sz="1200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"/>
              <a:buNone/>
              <a:defRPr b="0" i="0" sz="1200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"/>
              <a:buNone/>
              <a:defRPr b="0" i="0" sz="1200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"/>
              <a:buNone/>
              <a:defRPr b="0" i="0" sz="1200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"/>
              <a:buNone/>
              <a:defRPr b="0" i="0" sz="1200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"/>
              <a:buNone/>
              <a:defRPr b="0" i="0" sz="1200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/>
  <p:transition spd="slow">
    <p:fade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12.png"/><Relationship Id="rId5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Relationship Id="rId4" Type="http://schemas.openxmlformats.org/officeDocument/2006/relationships/image" Target="../media/image5.png"/><Relationship Id="rId5" Type="http://schemas.openxmlformats.org/officeDocument/2006/relationships/image" Target="../media/image8.png"/><Relationship Id="rId6" Type="http://schemas.openxmlformats.org/officeDocument/2006/relationships/image" Target="../media/image7.png"/><Relationship Id="rId7" Type="http://schemas.openxmlformats.org/officeDocument/2006/relationships/image" Target="../media/image1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"/>
          <p:cNvSpPr txBox="1"/>
          <p:nvPr>
            <p:ph type="ctrTitle"/>
          </p:nvPr>
        </p:nvSpPr>
        <p:spPr>
          <a:xfrm>
            <a:off x="398462" y="2703512"/>
            <a:ext cx="3530700" cy="1181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1" i="0" lang="en-US" sz="3000" u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SOLUÇ</a:t>
            </a:r>
            <a:r>
              <a:rPr b="1" lang="en-US">
                <a:latin typeface="Montserrat"/>
                <a:ea typeface="Montserrat"/>
                <a:cs typeface="Montserrat"/>
                <a:sym typeface="Montserrat"/>
              </a:rPr>
              <a:t>Õ</a:t>
            </a:r>
            <a:r>
              <a:rPr b="1" i="0" lang="en-US" sz="3000" u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ES FINANCEIRAS</a:t>
            </a:r>
            <a:endParaRPr/>
          </a:p>
        </p:txBody>
      </p:sp>
      <p:pic>
        <p:nvPicPr>
          <p:cNvPr id="75" name="Google Shape;75;p1"/>
          <p:cNvPicPr preferRelativeResize="0"/>
          <p:nvPr/>
        </p:nvPicPr>
        <p:blipFill rotWithShape="1">
          <a:blip r:embed="rId3">
            <a:alphaModFix/>
          </a:blip>
          <a:srcRect b="39587" l="28335" r="27055" t="28802"/>
          <a:stretch/>
        </p:blipFill>
        <p:spPr>
          <a:xfrm>
            <a:off x="514350" y="1658937"/>
            <a:ext cx="1179513" cy="83343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"/>
          <p:cNvSpPr txBox="1"/>
          <p:nvPr/>
        </p:nvSpPr>
        <p:spPr>
          <a:xfrm>
            <a:off x="398462" y="3884612"/>
            <a:ext cx="5011800" cy="6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Poppins"/>
              <a:buNone/>
            </a:pPr>
            <a:r>
              <a:rPr b="0" i="0" lang="en-US" sz="2400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Uma nova forma de fazer negócio</a:t>
            </a:r>
            <a:endParaRPr b="0" i="0" sz="2400" u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"/>
          <p:cNvSpPr txBox="1"/>
          <p:nvPr/>
        </p:nvSpPr>
        <p:spPr>
          <a:xfrm>
            <a:off x="8543925" y="4749800"/>
            <a:ext cx="547687" cy="3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"/>
              <a:buNone/>
            </a:pPr>
            <a:fld id="{00000000-1234-1234-1234-123412341234}" type="slidenum">
              <a:rPr b="0" i="0" lang="en-US" sz="1200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/>
          </a:p>
        </p:txBody>
      </p:sp>
      <p:pic>
        <p:nvPicPr>
          <p:cNvPr id="82" name="Google Shape;8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00175" y="155575"/>
            <a:ext cx="4876800" cy="487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162" y="903287"/>
            <a:ext cx="3384550" cy="3382962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99112" y="2792412"/>
            <a:ext cx="3194050" cy="139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3"/>
          <p:cNvPicPr preferRelativeResize="0"/>
          <p:nvPr/>
        </p:nvPicPr>
        <p:blipFill rotWithShape="1">
          <a:blip r:embed="rId5">
            <a:alphaModFix/>
          </a:blip>
          <a:srcRect b="0" l="0" r="0" t="16052"/>
          <a:stretch/>
        </p:blipFill>
        <p:spPr>
          <a:xfrm>
            <a:off x="4973637" y="520700"/>
            <a:ext cx="3819525" cy="16906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4"/>
          <p:cNvSpPr txBox="1"/>
          <p:nvPr/>
        </p:nvSpPr>
        <p:spPr>
          <a:xfrm>
            <a:off x="8543925" y="4749800"/>
            <a:ext cx="547687" cy="3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"/>
              <a:buNone/>
            </a:pPr>
            <a:fld id="{00000000-1234-1234-1234-123412341234}" type="slidenum">
              <a:rPr b="0" i="0" lang="en-US" sz="1200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/>
          </a:p>
        </p:txBody>
      </p:sp>
      <p:pic>
        <p:nvPicPr>
          <p:cNvPr descr="Resultado de imagem para EMPRESARIO comprando apartamento com incorporadora" id="95" name="Google Shape;9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4662" y="631825"/>
            <a:ext cx="6180137" cy="4117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5"/>
          <p:cNvSpPr txBox="1"/>
          <p:nvPr/>
        </p:nvSpPr>
        <p:spPr>
          <a:xfrm>
            <a:off x="8543925" y="4749800"/>
            <a:ext cx="547687" cy="3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"/>
              <a:buNone/>
            </a:pPr>
            <a:fld id="{00000000-1234-1234-1234-123412341234}" type="slidenum">
              <a:rPr b="0" i="0" lang="en-US" sz="1200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/>
          </a:p>
        </p:txBody>
      </p:sp>
      <p:sp>
        <p:nvSpPr>
          <p:cNvPr id="101" name="Google Shape;101;p5"/>
          <p:cNvSpPr txBox="1"/>
          <p:nvPr/>
        </p:nvSpPr>
        <p:spPr>
          <a:xfrm>
            <a:off x="6789737" y="138112"/>
            <a:ext cx="2444750" cy="769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produto</a:t>
            </a:r>
            <a:endParaRPr/>
          </a:p>
        </p:txBody>
      </p:sp>
      <p:sp>
        <p:nvSpPr>
          <p:cNvPr id="102" name="Google Shape;102;p5"/>
          <p:cNvSpPr txBox="1"/>
          <p:nvPr/>
        </p:nvSpPr>
        <p:spPr>
          <a:xfrm>
            <a:off x="558800" y="2574925"/>
            <a:ext cx="3044825" cy="11064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Contrato alienação devedor com a 44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3" name="Google Shape;103;p5"/>
          <p:cNvSpPr txBox="1"/>
          <p:nvPr/>
        </p:nvSpPr>
        <p:spPr>
          <a:xfrm>
            <a:off x="4160837" y="1409700"/>
            <a:ext cx="2438400" cy="1662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Contrato 44 - investidores</a:t>
            </a:r>
            <a:endParaRPr/>
          </a:p>
          <a:p>
            <a:pPr indent="-571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3600" u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600" u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4" name="Google Shape;104;p5"/>
          <p:cNvSpPr txBox="1"/>
          <p:nvPr/>
        </p:nvSpPr>
        <p:spPr>
          <a:xfrm>
            <a:off x="4160837" y="2909887"/>
            <a:ext cx="3597275" cy="11064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Blockchain para facilitar contratos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5" name="Google Shape;105;p5"/>
          <p:cNvSpPr txBox="1"/>
          <p:nvPr/>
        </p:nvSpPr>
        <p:spPr>
          <a:xfrm>
            <a:off x="558800" y="1466850"/>
            <a:ext cx="3092450" cy="1108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Financiamento 100% Online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6"/>
          <p:cNvSpPr txBox="1"/>
          <p:nvPr/>
        </p:nvSpPr>
        <p:spPr>
          <a:xfrm>
            <a:off x="8543925" y="4749800"/>
            <a:ext cx="547687" cy="3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"/>
              <a:buNone/>
            </a:pPr>
            <a:fld id="{00000000-1234-1234-1234-123412341234}" type="slidenum">
              <a:rPr b="0" i="0" lang="en-US" sz="1200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/>
          </a:p>
        </p:txBody>
      </p:sp>
      <p:sp>
        <p:nvSpPr>
          <p:cNvPr id="111" name="Google Shape;111;p6"/>
          <p:cNvSpPr txBox="1"/>
          <p:nvPr>
            <p:ph idx="4294967295" type="ctrTitle"/>
          </p:nvPr>
        </p:nvSpPr>
        <p:spPr>
          <a:xfrm>
            <a:off x="0" y="576262"/>
            <a:ext cx="7772400" cy="89535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1" i="0" lang="en-US" sz="7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615,3 Bilhões </a:t>
            </a:r>
            <a:r>
              <a:rPr b="1" i="0" lang="en-US" sz="72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$</a:t>
            </a:r>
            <a:endParaRPr/>
          </a:p>
        </p:txBody>
      </p:sp>
      <p:sp>
        <p:nvSpPr>
          <p:cNvPr id="112" name="Google Shape;112;p6"/>
          <p:cNvSpPr txBox="1"/>
          <p:nvPr>
            <p:ph idx="4294967295" type="subTitle"/>
          </p:nvPr>
        </p:nvSpPr>
        <p:spPr>
          <a:xfrm>
            <a:off x="0" y="1182687"/>
            <a:ext cx="7772400" cy="4635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Karla"/>
                <a:ea typeface="Karla"/>
                <a:cs typeface="Karla"/>
                <a:sym typeface="Karla"/>
              </a:rPr>
              <a:t>Crédito Imobiliário</a:t>
            </a:r>
            <a:endParaRPr/>
          </a:p>
        </p:txBody>
      </p:sp>
      <p:sp>
        <p:nvSpPr>
          <p:cNvPr id="113" name="Google Shape;113;p6"/>
          <p:cNvSpPr txBox="1"/>
          <p:nvPr>
            <p:ph idx="4294967295" type="ctrTitle"/>
          </p:nvPr>
        </p:nvSpPr>
        <p:spPr>
          <a:xfrm>
            <a:off x="0" y="3657600"/>
            <a:ext cx="7772400" cy="89535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1" i="0" lang="en-US" sz="7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44</a:t>
            </a:r>
            <a:r>
              <a:rPr b="1" i="0" lang="en-US" sz="72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%</a:t>
            </a:r>
            <a:endParaRPr/>
          </a:p>
        </p:txBody>
      </p:sp>
      <p:sp>
        <p:nvSpPr>
          <p:cNvPr id="114" name="Google Shape;114;p6"/>
          <p:cNvSpPr txBox="1"/>
          <p:nvPr>
            <p:ph idx="4294967295" type="subTitle"/>
          </p:nvPr>
        </p:nvSpPr>
        <p:spPr>
          <a:xfrm>
            <a:off x="0" y="4257675"/>
            <a:ext cx="7772400" cy="4635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Karla"/>
                <a:ea typeface="Karla"/>
                <a:cs typeface="Karla"/>
                <a:sym typeface="Karla"/>
              </a:rPr>
              <a:t>Devoluções</a:t>
            </a:r>
            <a:endParaRPr/>
          </a:p>
        </p:txBody>
      </p:sp>
      <p:sp>
        <p:nvSpPr>
          <p:cNvPr id="115" name="Google Shape;115;p6"/>
          <p:cNvSpPr txBox="1"/>
          <p:nvPr>
            <p:ph idx="4294967295" type="ctrTitle"/>
          </p:nvPr>
        </p:nvSpPr>
        <p:spPr>
          <a:xfrm>
            <a:off x="0" y="2043112"/>
            <a:ext cx="7772400" cy="89535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1" i="0" lang="en-US" sz="7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103,200</a:t>
            </a:r>
            <a:endParaRPr/>
          </a:p>
        </p:txBody>
      </p:sp>
      <p:sp>
        <p:nvSpPr>
          <p:cNvPr id="116" name="Google Shape;116;p6"/>
          <p:cNvSpPr txBox="1"/>
          <p:nvPr>
            <p:ph idx="4294967295" type="subTitle"/>
          </p:nvPr>
        </p:nvSpPr>
        <p:spPr>
          <a:xfrm>
            <a:off x="0" y="2649537"/>
            <a:ext cx="7772400" cy="4635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Karla"/>
                <a:ea typeface="Karla"/>
                <a:cs typeface="Karla"/>
                <a:sym typeface="Karla"/>
              </a:rPr>
              <a:t>Imóveis Comercializados</a:t>
            </a:r>
            <a:endParaRPr/>
          </a:p>
        </p:txBody>
      </p:sp>
    </p:spTree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7"/>
          <p:cNvSpPr txBox="1"/>
          <p:nvPr/>
        </p:nvSpPr>
        <p:spPr>
          <a:xfrm>
            <a:off x="8543925" y="4749800"/>
            <a:ext cx="547687" cy="3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"/>
              <a:buNone/>
            </a:pPr>
            <a:fld id="{00000000-1234-1234-1234-123412341234}" type="slidenum">
              <a:rPr b="0" i="0" lang="en-US" sz="1200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/>
          </a:p>
        </p:txBody>
      </p:sp>
      <p:graphicFrame>
        <p:nvGraphicFramePr>
          <p:cNvPr id="122" name="Google Shape;122;p7"/>
          <p:cNvGraphicFramePr/>
          <p:nvPr/>
        </p:nvGraphicFramePr>
        <p:xfrm>
          <a:off x="319087" y="11791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{887F589F-7896-40A3-A04C-DB8BF95B05D0}</a:tableStyleId>
              </a:tblPr>
              <a:tblGrid>
                <a:gridCol w="1655750"/>
                <a:gridCol w="1655750"/>
                <a:gridCol w="1655750"/>
                <a:gridCol w="1657350"/>
              </a:tblGrid>
              <a:tr h="733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8575" marB="68575" marR="91425" marL="91425" anchor="ctr">
                    <a:lnL cap="flat" cmpd="sng" w="1905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999999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Financiamento 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999999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On-Line</a:t>
                      </a:r>
                      <a:endParaRPr/>
                    </a:p>
                  </a:txBody>
                  <a:tcPr marT="68575" marB="68575" marR="91425" marL="91425" anchor="ctr">
                    <a:lnL cap="flat" cmpd="sng" w="1905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999999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 Facilidade</a:t>
                      </a:r>
                      <a:endParaRPr/>
                    </a:p>
                  </a:txBody>
                  <a:tcPr marT="68575" marB="68575" marR="91425" marL="91425" anchor="ctr">
                    <a:lnL cap="flat" cmpd="sng" w="1905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999999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Taxas de Juros</a:t>
                      </a:r>
                      <a:endParaRPr/>
                    </a:p>
                  </a:txBody>
                  <a:tcPr marT="68575" marB="68575" marR="91425" marL="91425" anchor="ctr">
                    <a:lnL cap="flat" cmpd="sng" w="1905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92550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chemeClr val="dk2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Bancos</a:t>
                      </a:r>
                      <a:endParaRPr/>
                    </a:p>
                  </a:txBody>
                  <a:tcPr marT="68575" marB="68575" marR="91425" marL="91425" anchor="ctr">
                    <a:lnL cap="flat" cmpd="sng" w="1905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0"/>
                        <a:buFont typeface="Arial"/>
                        <a:buNone/>
                      </a:pPr>
                      <a:r>
                        <a:rPr b="1" i="0" lang="en-US" sz="4000" u="none" cap="none" strike="noStrike">
                          <a:solidFill>
                            <a:srgbClr val="FF0000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x</a:t>
                      </a:r>
                      <a:endParaRPr/>
                    </a:p>
                  </a:txBody>
                  <a:tcPr marT="68575" marB="68575" marR="91425" marL="91425" anchor="ctr">
                    <a:lnL cap="flat" cmpd="sng" w="1905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0"/>
                        <a:buFont typeface="Arial"/>
                        <a:buNone/>
                      </a:pPr>
                      <a:r>
                        <a:rPr b="1" i="0" lang="en-US" sz="4000" u="none" cap="none" strike="noStrike">
                          <a:solidFill>
                            <a:srgbClr val="FF0000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x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0" sz="4000" u="none" cap="none" strike="noStrike">
                        <a:solidFill>
                          <a:srgbClr val="FF0000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68575" marB="68575" marR="91425" marL="91425" anchor="ctr">
                    <a:lnL cap="flat" cmpd="sng" w="1905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8575" marB="68575" marR="91425" marL="91425" anchor="ctr">
                    <a:lnL cap="flat" cmpd="sng" w="1905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2550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chemeClr val="dk2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Empresas de Crédito</a:t>
                      </a:r>
                      <a:endParaRPr/>
                    </a:p>
                  </a:txBody>
                  <a:tcPr marT="68575" marB="68575" marR="91425" marL="91425" anchor="ctr">
                    <a:lnL cap="flat" cmpd="sng" w="1905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0"/>
                        <a:buFont typeface="Arial"/>
                        <a:buNone/>
                      </a:pPr>
                      <a:r>
                        <a:rPr b="1" i="0" lang="en-US" sz="4000" u="none" cap="none" strike="noStrike">
                          <a:solidFill>
                            <a:srgbClr val="FF0000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x</a:t>
                      </a:r>
                      <a:endParaRPr/>
                    </a:p>
                  </a:txBody>
                  <a:tcPr marT="68575" marB="68575" marR="91425" marL="91425" anchor="ctr">
                    <a:lnL cap="flat" cmpd="sng" w="1905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0"/>
                        <a:buFont typeface="Arial"/>
                        <a:buNone/>
                      </a:pPr>
                      <a:r>
                        <a:rPr b="1" i="0" lang="en-US" sz="4000" u="none" cap="none" strike="noStrike">
                          <a:solidFill>
                            <a:srgbClr val="FF0000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x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0" sz="4000" u="none" cap="none" strike="noStrike">
                        <a:solidFill>
                          <a:srgbClr val="FF0000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68575" marB="68575" marR="91425" marL="91425" anchor="ctr">
                    <a:lnL cap="flat" cmpd="sng" w="1905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0"/>
                        <a:buFont typeface="Arial"/>
                        <a:buNone/>
                      </a:pPr>
                      <a:r>
                        <a:rPr b="1" i="0" lang="en-US" sz="4000" u="none" cap="none" strike="noStrike">
                          <a:solidFill>
                            <a:srgbClr val="FF0000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x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0" sz="4000" u="none" cap="none" strike="noStrike">
                        <a:solidFill>
                          <a:srgbClr val="FF0000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68575" marB="68575" marR="91425" marL="91425" anchor="ctr">
                    <a:lnL cap="flat" cmpd="sng" w="1905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23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8575" marB="68575" marR="91425" marL="91425" anchor="ctr">
                    <a:lnL cap="flat" cmpd="sng" w="1905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8575" marB="68575" marR="91425" marL="91425" anchor="ctr">
                    <a:lnL cap="flat" cmpd="sng" w="1905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8575" marB="68575" marR="91425" marL="91425" anchor="ctr">
                    <a:lnL cap="flat" cmpd="sng" w="1905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8575" marB="68575" marR="91425" marL="91425" anchor="ctr">
                    <a:lnL cap="flat" cmpd="sng" w="1905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123" name="Google Shape;123;p7"/>
          <p:cNvGrpSpPr/>
          <p:nvPr/>
        </p:nvGrpSpPr>
        <p:grpSpPr>
          <a:xfrm>
            <a:off x="949325" y="411162"/>
            <a:ext cx="449262" cy="469900"/>
            <a:chOff x="5961125" y="1623900"/>
            <a:chExt cx="427450" cy="448175"/>
          </a:xfrm>
        </p:grpSpPr>
        <p:sp>
          <p:nvSpPr>
            <p:cNvPr id="124" name="Google Shape;124;p7"/>
            <p:cNvSpPr/>
            <p:nvPr/>
          </p:nvSpPr>
          <p:spPr>
            <a:xfrm>
              <a:off x="5961125" y="1678700"/>
              <a:ext cx="376925" cy="376925"/>
            </a:xfrm>
            <a:custGeom>
              <a:rect b="b" l="l" r="r" t="t"/>
              <a:pathLst>
                <a:path extrusionOk="0" fill="none" h="15077" w="15077">
                  <a:moveTo>
                    <a:pt x="11813" y="1340"/>
                  </a:moveTo>
                  <a:lnTo>
                    <a:pt x="11813" y="1340"/>
                  </a:lnTo>
                  <a:lnTo>
                    <a:pt x="11350" y="1024"/>
                  </a:lnTo>
                  <a:lnTo>
                    <a:pt x="10863" y="780"/>
                  </a:lnTo>
                  <a:lnTo>
                    <a:pt x="10351" y="537"/>
                  </a:lnTo>
                  <a:lnTo>
                    <a:pt x="9816" y="342"/>
                  </a:lnTo>
                  <a:lnTo>
                    <a:pt x="9280" y="196"/>
                  </a:lnTo>
                  <a:lnTo>
                    <a:pt x="8720" y="98"/>
                  </a:lnTo>
                  <a:lnTo>
                    <a:pt x="8135" y="25"/>
                  </a:lnTo>
                  <a:lnTo>
                    <a:pt x="7551" y="1"/>
                  </a:lnTo>
                  <a:lnTo>
                    <a:pt x="7551" y="1"/>
                  </a:lnTo>
                  <a:lnTo>
                    <a:pt x="7161" y="1"/>
                  </a:lnTo>
                  <a:lnTo>
                    <a:pt x="6771" y="50"/>
                  </a:lnTo>
                  <a:lnTo>
                    <a:pt x="6406" y="98"/>
                  </a:lnTo>
                  <a:lnTo>
                    <a:pt x="6041" y="147"/>
                  </a:lnTo>
                  <a:lnTo>
                    <a:pt x="5675" y="244"/>
                  </a:lnTo>
                  <a:lnTo>
                    <a:pt x="5310" y="342"/>
                  </a:lnTo>
                  <a:lnTo>
                    <a:pt x="4969" y="464"/>
                  </a:lnTo>
                  <a:lnTo>
                    <a:pt x="4628" y="585"/>
                  </a:lnTo>
                  <a:lnTo>
                    <a:pt x="4287" y="731"/>
                  </a:lnTo>
                  <a:lnTo>
                    <a:pt x="3970" y="902"/>
                  </a:lnTo>
                  <a:lnTo>
                    <a:pt x="3654" y="1097"/>
                  </a:lnTo>
                  <a:lnTo>
                    <a:pt x="3337" y="1292"/>
                  </a:lnTo>
                  <a:lnTo>
                    <a:pt x="3045" y="1486"/>
                  </a:lnTo>
                  <a:lnTo>
                    <a:pt x="2753" y="1730"/>
                  </a:lnTo>
                  <a:lnTo>
                    <a:pt x="2485" y="1949"/>
                  </a:lnTo>
                  <a:lnTo>
                    <a:pt x="2217" y="2217"/>
                  </a:lnTo>
                  <a:lnTo>
                    <a:pt x="1973" y="2461"/>
                  </a:lnTo>
                  <a:lnTo>
                    <a:pt x="1730" y="2753"/>
                  </a:lnTo>
                  <a:lnTo>
                    <a:pt x="1510" y="3021"/>
                  </a:lnTo>
                  <a:lnTo>
                    <a:pt x="1291" y="3313"/>
                  </a:lnTo>
                  <a:lnTo>
                    <a:pt x="1096" y="3630"/>
                  </a:lnTo>
                  <a:lnTo>
                    <a:pt x="926" y="3946"/>
                  </a:lnTo>
                  <a:lnTo>
                    <a:pt x="755" y="4263"/>
                  </a:lnTo>
                  <a:lnTo>
                    <a:pt x="609" y="4604"/>
                  </a:lnTo>
                  <a:lnTo>
                    <a:pt x="463" y="4945"/>
                  </a:lnTo>
                  <a:lnTo>
                    <a:pt x="341" y="5286"/>
                  </a:lnTo>
                  <a:lnTo>
                    <a:pt x="244" y="5651"/>
                  </a:lnTo>
                  <a:lnTo>
                    <a:pt x="171" y="6016"/>
                  </a:lnTo>
                  <a:lnTo>
                    <a:pt x="98" y="6382"/>
                  </a:lnTo>
                  <a:lnTo>
                    <a:pt x="49" y="6771"/>
                  </a:lnTo>
                  <a:lnTo>
                    <a:pt x="25" y="7137"/>
                  </a:lnTo>
                  <a:lnTo>
                    <a:pt x="0" y="7526"/>
                  </a:lnTo>
                  <a:lnTo>
                    <a:pt x="0" y="7526"/>
                  </a:lnTo>
                  <a:lnTo>
                    <a:pt x="25" y="7916"/>
                  </a:lnTo>
                  <a:lnTo>
                    <a:pt x="49" y="8306"/>
                  </a:lnTo>
                  <a:lnTo>
                    <a:pt x="98" y="8671"/>
                  </a:lnTo>
                  <a:lnTo>
                    <a:pt x="171" y="9061"/>
                  </a:lnTo>
                  <a:lnTo>
                    <a:pt x="244" y="9426"/>
                  </a:lnTo>
                  <a:lnTo>
                    <a:pt x="341" y="9767"/>
                  </a:lnTo>
                  <a:lnTo>
                    <a:pt x="463" y="10132"/>
                  </a:lnTo>
                  <a:lnTo>
                    <a:pt x="609" y="10473"/>
                  </a:lnTo>
                  <a:lnTo>
                    <a:pt x="755" y="10790"/>
                  </a:lnTo>
                  <a:lnTo>
                    <a:pt x="926" y="11131"/>
                  </a:lnTo>
                  <a:lnTo>
                    <a:pt x="1096" y="11448"/>
                  </a:lnTo>
                  <a:lnTo>
                    <a:pt x="1291" y="11740"/>
                  </a:lnTo>
                  <a:lnTo>
                    <a:pt x="1510" y="12032"/>
                  </a:lnTo>
                  <a:lnTo>
                    <a:pt x="1730" y="12324"/>
                  </a:lnTo>
                  <a:lnTo>
                    <a:pt x="1973" y="12592"/>
                  </a:lnTo>
                  <a:lnTo>
                    <a:pt x="2217" y="12860"/>
                  </a:lnTo>
                  <a:lnTo>
                    <a:pt x="2485" y="13104"/>
                  </a:lnTo>
                  <a:lnTo>
                    <a:pt x="2753" y="13347"/>
                  </a:lnTo>
                  <a:lnTo>
                    <a:pt x="3045" y="13567"/>
                  </a:lnTo>
                  <a:lnTo>
                    <a:pt x="3337" y="13786"/>
                  </a:lnTo>
                  <a:lnTo>
                    <a:pt x="3654" y="13981"/>
                  </a:lnTo>
                  <a:lnTo>
                    <a:pt x="3970" y="14151"/>
                  </a:lnTo>
                  <a:lnTo>
                    <a:pt x="4287" y="14322"/>
                  </a:lnTo>
                  <a:lnTo>
                    <a:pt x="4628" y="14468"/>
                  </a:lnTo>
                  <a:lnTo>
                    <a:pt x="4969" y="14614"/>
                  </a:lnTo>
                  <a:lnTo>
                    <a:pt x="5310" y="14736"/>
                  </a:lnTo>
                  <a:lnTo>
                    <a:pt x="5675" y="14833"/>
                  </a:lnTo>
                  <a:lnTo>
                    <a:pt x="6041" y="14906"/>
                  </a:lnTo>
                  <a:lnTo>
                    <a:pt x="6406" y="14979"/>
                  </a:lnTo>
                  <a:lnTo>
                    <a:pt x="6771" y="15028"/>
                  </a:lnTo>
                  <a:lnTo>
                    <a:pt x="7161" y="15052"/>
                  </a:lnTo>
                  <a:lnTo>
                    <a:pt x="7551" y="15077"/>
                  </a:lnTo>
                  <a:lnTo>
                    <a:pt x="7551" y="15077"/>
                  </a:lnTo>
                  <a:lnTo>
                    <a:pt x="7940" y="15052"/>
                  </a:lnTo>
                  <a:lnTo>
                    <a:pt x="8306" y="15028"/>
                  </a:lnTo>
                  <a:lnTo>
                    <a:pt x="8695" y="14979"/>
                  </a:lnTo>
                  <a:lnTo>
                    <a:pt x="9061" y="14906"/>
                  </a:lnTo>
                  <a:lnTo>
                    <a:pt x="9426" y="14833"/>
                  </a:lnTo>
                  <a:lnTo>
                    <a:pt x="9791" y="14736"/>
                  </a:lnTo>
                  <a:lnTo>
                    <a:pt x="10132" y="14614"/>
                  </a:lnTo>
                  <a:lnTo>
                    <a:pt x="10473" y="14468"/>
                  </a:lnTo>
                  <a:lnTo>
                    <a:pt x="10814" y="14322"/>
                  </a:lnTo>
                  <a:lnTo>
                    <a:pt x="11131" y="14151"/>
                  </a:lnTo>
                  <a:lnTo>
                    <a:pt x="11447" y="13981"/>
                  </a:lnTo>
                  <a:lnTo>
                    <a:pt x="11764" y="13786"/>
                  </a:lnTo>
                  <a:lnTo>
                    <a:pt x="12056" y="13567"/>
                  </a:lnTo>
                  <a:lnTo>
                    <a:pt x="12348" y="13347"/>
                  </a:lnTo>
                  <a:lnTo>
                    <a:pt x="12616" y="13104"/>
                  </a:lnTo>
                  <a:lnTo>
                    <a:pt x="12884" y="12860"/>
                  </a:lnTo>
                  <a:lnTo>
                    <a:pt x="13128" y="12592"/>
                  </a:lnTo>
                  <a:lnTo>
                    <a:pt x="13371" y="12324"/>
                  </a:lnTo>
                  <a:lnTo>
                    <a:pt x="13591" y="12032"/>
                  </a:lnTo>
                  <a:lnTo>
                    <a:pt x="13785" y="11740"/>
                  </a:lnTo>
                  <a:lnTo>
                    <a:pt x="13980" y="11448"/>
                  </a:lnTo>
                  <a:lnTo>
                    <a:pt x="14175" y="11131"/>
                  </a:lnTo>
                  <a:lnTo>
                    <a:pt x="14346" y="10790"/>
                  </a:lnTo>
                  <a:lnTo>
                    <a:pt x="14492" y="10473"/>
                  </a:lnTo>
                  <a:lnTo>
                    <a:pt x="14613" y="10132"/>
                  </a:lnTo>
                  <a:lnTo>
                    <a:pt x="14735" y="9767"/>
                  </a:lnTo>
                  <a:lnTo>
                    <a:pt x="14857" y="9426"/>
                  </a:lnTo>
                  <a:lnTo>
                    <a:pt x="14930" y="9061"/>
                  </a:lnTo>
                  <a:lnTo>
                    <a:pt x="15003" y="8671"/>
                  </a:lnTo>
                  <a:lnTo>
                    <a:pt x="15052" y="8306"/>
                  </a:lnTo>
                  <a:lnTo>
                    <a:pt x="15076" y="7916"/>
                  </a:lnTo>
                  <a:lnTo>
                    <a:pt x="15076" y="7526"/>
                  </a:lnTo>
                  <a:lnTo>
                    <a:pt x="15076" y="7526"/>
                  </a:lnTo>
                  <a:lnTo>
                    <a:pt x="15052" y="6918"/>
                  </a:lnTo>
                  <a:lnTo>
                    <a:pt x="14979" y="6309"/>
                  </a:lnTo>
                  <a:lnTo>
                    <a:pt x="14857" y="5724"/>
                  </a:lnTo>
                  <a:lnTo>
                    <a:pt x="14687" y="5164"/>
                  </a:lnTo>
                  <a:lnTo>
                    <a:pt x="14492" y="4604"/>
                  </a:lnTo>
                  <a:lnTo>
                    <a:pt x="14248" y="4068"/>
                  </a:lnTo>
                  <a:lnTo>
                    <a:pt x="13956" y="3581"/>
                  </a:lnTo>
                  <a:lnTo>
                    <a:pt x="13615" y="3094"/>
                  </a:lnTo>
                </a:path>
              </a:pathLst>
            </a:custGeom>
            <a:noFill/>
            <a:ln cap="rnd" cmpd="sng" w="12175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7"/>
            <p:cNvSpPr/>
            <p:nvPr/>
          </p:nvSpPr>
          <p:spPr>
            <a:xfrm>
              <a:off x="6009825" y="1727425"/>
              <a:ext cx="279500" cy="279500"/>
            </a:xfrm>
            <a:custGeom>
              <a:rect b="b" l="l" r="r" t="t"/>
              <a:pathLst>
                <a:path extrusionOk="0" fill="none" h="11180" w="11180">
                  <a:moveTo>
                    <a:pt x="10181" y="2387"/>
                  </a:moveTo>
                  <a:lnTo>
                    <a:pt x="10181" y="2387"/>
                  </a:lnTo>
                  <a:lnTo>
                    <a:pt x="10400" y="2728"/>
                  </a:lnTo>
                  <a:lnTo>
                    <a:pt x="10595" y="3093"/>
                  </a:lnTo>
                  <a:lnTo>
                    <a:pt x="10766" y="3483"/>
                  </a:lnTo>
                  <a:lnTo>
                    <a:pt x="10912" y="3873"/>
                  </a:lnTo>
                  <a:lnTo>
                    <a:pt x="11034" y="4287"/>
                  </a:lnTo>
                  <a:lnTo>
                    <a:pt x="11107" y="4701"/>
                  </a:lnTo>
                  <a:lnTo>
                    <a:pt x="11180" y="5139"/>
                  </a:lnTo>
                  <a:lnTo>
                    <a:pt x="11180" y="5577"/>
                  </a:lnTo>
                  <a:lnTo>
                    <a:pt x="11180" y="5577"/>
                  </a:lnTo>
                  <a:lnTo>
                    <a:pt x="11155" y="6162"/>
                  </a:lnTo>
                  <a:lnTo>
                    <a:pt x="11082" y="6722"/>
                  </a:lnTo>
                  <a:lnTo>
                    <a:pt x="10936" y="7234"/>
                  </a:lnTo>
                  <a:lnTo>
                    <a:pt x="10741" y="7769"/>
                  </a:lnTo>
                  <a:lnTo>
                    <a:pt x="10522" y="8257"/>
                  </a:lnTo>
                  <a:lnTo>
                    <a:pt x="10230" y="8695"/>
                  </a:lnTo>
                  <a:lnTo>
                    <a:pt x="9913" y="9133"/>
                  </a:lnTo>
                  <a:lnTo>
                    <a:pt x="9548" y="9523"/>
                  </a:lnTo>
                  <a:lnTo>
                    <a:pt x="9158" y="9888"/>
                  </a:lnTo>
                  <a:lnTo>
                    <a:pt x="8720" y="10205"/>
                  </a:lnTo>
                  <a:lnTo>
                    <a:pt x="8257" y="10497"/>
                  </a:lnTo>
                  <a:lnTo>
                    <a:pt x="7770" y="10741"/>
                  </a:lnTo>
                  <a:lnTo>
                    <a:pt x="7259" y="10911"/>
                  </a:lnTo>
                  <a:lnTo>
                    <a:pt x="6723" y="11057"/>
                  </a:lnTo>
                  <a:lnTo>
                    <a:pt x="6163" y="11155"/>
                  </a:lnTo>
                  <a:lnTo>
                    <a:pt x="5603" y="11179"/>
                  </a:lnTo>
                  <a:lnTo>
                    <a:pt x="5603" y="11179"/>
                  </a:lnTo>
                  <a:lnTo>
                    <a:pt x="5018" y="11155"/>
                  </a:lnTo>
                  <a:lnTo>
                    <a:pt x="4482" y="11057"/>
                  </a:lnTo>
                  <a:lnTo>
                    <a:pt x="3946" y="10911"/>
                  </a:lnTo>
                  <a:lnTo>
                    <a:pt x="3435" y="10741"/>
                  </a:lnTo>
                  <a:lnTo>
                    <a:pt x="2948" y="10497"/>
                  </a:lnTo>
                  <a:lnTo>
                    <a:pt x="2485" y="10205"/>
                  </a:lnTo>
                  <a:lnTo>
                    <a:pt x="2047" y="9888"/>
                  </a:lnTo>
                  <a:lnTo>
                    <a:pt x="1657" y="9523"/>
                  </a:lnTo>
                  <a:lnTo>
                    <a:pt x="1292" y="9133"/>
                  </a:lnTo>
                  <a:lnTo>
                    <a:pt x="975" y="8695"/>
                  </a:lnTo>
                  <a:lnTo>
                    <a:pt x="683" y="8257"/>
                  </a:lnTo>
                  <a:lnTo>
                    <a:pt x="464" y="7769"/>
                  </a:lnTo>
                  <a:lnTo>
                    <a:pt x="269" y="7234"/>
                  </a:lnTo>
                  <a:lnTo>
                    <a:pt x="123" y="6722"/>
                  </a:lnTo>
                  <a:lnTo>
                    <a:pt x="50" y="6162"/>
                  </a:lnTo>
                  <a:lnTo>
                    <a:pt x="1" y="5577"/>
                  </a:lnTo>
                  <a:lnTo>
                    <a:pt x="1" y="5577"/>
                  </a:lnTo>
                  <a:lnTo>
                    <a:pt x="50" y="5017"/>
                  </a:lnTo>
                  <a:lnTo>
                    <a:pt x="123" y="4457"/>
                  </a:lnTo>
                  <a:lnTo>
                    <a:pt x="269" y="3921"/>
                  </a:lnTo>
                  <a:lnTo>
                    <a:pt x="464" y="3410"/>
                  </a:lnTo>
                  <a:lnTo>
                    <a:pt x="683" y="2923"/>
                  </a:lnTo>
                  <a:lnTo>
                    <a:pt x="975" y="2460"/>
                  </a:lnTo>
                  <a:lnTo>
                    <a:pt x="1292" y="2046"/>
                  </a:lnTo>
                  <a:lnTo>
                    <a:pt x="1657" y="1632"/>
                  </a:lnTo>
                  <a:lnTo>
                    <a:pt x="2047" y="1267"/>
                  </a:lnTo>
                  <a:lnTo>
                    <a:pt x="2485" y="950"/>
                  </a:lnTo>
                  <a:lnTo>
                    <a:pt x="2948" y="682"/>
                  </a:lnTo>
                  <a:lnTo>
                    <a:pt x="3435" y="439"/>
                  </a:lnTo>
                  <a:lnTo>
                    <a:pt x="3946" y="244"/>
                  </a:lnTo>
                  <a:lnTo>
                    <a:pt x="4482" y="122"/>
                  </a:lnTo>
                  <a:lnTo>
                    <a:pt x="5018" y="25"/>
                  </a:lnTo>
                  <a:lnTo>
                    <a:pt x="5603" y="0"/>
                  </a:lnTo>
                  <a:lnTo>
                    <a:pt x="5603" y="0"/>
                  </a:lnTo>
                  <a:lnTo>
                    <a:pt x="6041" y="25"/>
                  </a:lnTo>
                  <a:lnTo>
                    <a:pt x="6479" y="73"/>
                  </a:lnTo>
                  <a:lnTo>
                    <a:pt x="6893" y="146"/>
                  </a:lnTo>
                  <a:lnTo>
                    <a:pt x="7307" y="268"/>
                  </a:lnTo>
                  <a:lnTo>
                    <a:pt x="7697" y="414"/>
                  </a:lnTo>
                  <a:lnTo>
                    <a:pt x="8087" y="585"/>
                  </a:lnTo>
                  <a:lnTo>
                    <a:pt x="8452" y="780"/>
                  </a:lnTo>
                  <a:lnTo>
                    <a:pt x="8793" y="999"/>
                  </a:lnTo>
                </a:path>
              </a:pathLst>
            </a:custGeom>
            <a:noFill/>
            <a:ln cap="rnd" cmpd="sng" w="12175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" name="Google Shape;126;p7"/>
            <p:cNvSpPr/>
            <p:nvPr/>
          </p:nvSpPr>
          <p:spPr>
            <a:xfrm>
              <a:off x="6107250" y="1824850"/>
              <a:ext cx="84650" cy="84650"/>
            </a:xfrm>
            <a:custGeom>
              <a:rect b="b" l="l" r="r" t="t"/>
              <a:pathLst>
                <a:path extrusionOk="0" fill="none" h="3386" w="3386">
                  <a:moveTo>
                    <a:pt x="3362" y="1388"/>
                  </a:moveTo>
                  <a:lnTo>
                    <a:pt x="3362" y="1388"/>
                  </a:lnTo>
                  <a:lnTo>
                    <a:pt x="3386" y="1680"/>
                  </a:lnTo>
                  <a:lnTo>
                    <a:pt x="3386" y="1680"/>
                  </a:lnTo>
                  <a:lnTo>
                    <a:pt x="3386" y="1851"/>
                  </a:lnTo>
                  <a:lnTo>
                    <a:pt x="3362" y="2021"/>
                  </a:lnTo>
                  <a:lnTo>
                    <a:pt x="3313" y="2192"/>
                  </a:lnTo>
                  <a:lnTo>
                    <a:pt x="3264" y="2338"/>
                  </a:lnTo>
                  <a:lnTo>
                    <a:pt x="3191" y="2484"/>
                  </a:lnTo>
                  <a:lnTo>
                    <a:pt x="3118" y="2630"/>
                  </a:lnTo>
                  <a:lnTo>
                    <a:pt x="3021" y="2776"/>
                  </a:lnTo>
                  <a:lnTo>
                    <a:pt x="2899" y="2898"/>
                  </a:lnTo>
                  <a:lnTo>
                    <a:pt x="2777" y="2996"/>
                  </a:lnTo>
                  <a:lnTo>
                    <a:pt x="2655" y="3093"/>
                  </a:lnTo>
                  <a:lnTo>
                    <a:pt x="2509" y="3191"/>
                  </a:lnTo>
                  <a:lnTo>
                    <a:pt x="2363" y="3239"/>
                  </a:lnTo>
                  <a:lnTo>
                    <a:pt x="2217" y="3312"/>
                  </a:lnTo>
                  <a:lnTo>
                    <a:pt x="2046" y="3337"/>
                  </a:lnTo>
                  <a:lnTo>
                    <a:pt x="1876" y="3385"/>
                  </a:lnTo>
                  <a:lnTo>
                    <a:pt x="1706" y="3385"/>
                  </a:lnTo>
                  <a:lnTo>
                    <a:pt x="1706" y="3385"/>
                  </a:lnTo>
                  <a:lnTo>
                    <a:pt x="1535" y="3385"/>
                  </a:lnTo>
                  <a:lnTo>
                    <a:pt x="1365" y="3337"/>
                  </a:lnTo>
                  <a:lnTo>
                    <a:pt x="1194" y="3312"/>
                  </a:lnTo>
                  <a:lnTo>
                    <a:pt x="1048" y="3239"/>
                  </a:lnTo>
                  <a:lnTo>
                    <a:pt x="902" y="3191"/>
                  </a:lnTo>
                  <a:lnTo>
                    <a:pt x="756" y="3093"/>
                  </a:lnTo>
                  <a:lnTo>
                    <a:pt x="634" y="2996"/>
                  </a:lnTo>
                  <a:lnTo>
                    <a:pt x="512" y="2898"/>
                  </a:lnTo>
                  <a:lnTo>
                    <a:pt x="390" y="2776"/>
                  </a:lnTo>
                  <a:lnTo>
                    <a:pt x="293" y="2630"/>
                  </a:lnTo>
                  <a:lnTo>
                    <a:pt x="220" y="2484"/>
                  </a:lnTo>
                  <a:lnTo>
                    <a:pt x="147" y="2338"/>
                  </a:lnTo>
                  <a:lnTo>
                    <a:pt x="74" y="2192"/>
                  </a:lnTo>
                  <a:lnTo>
                    <a:pt x="49" y="2021"/>
                  </a:lnTo>
                  <a:lnTo>
                    <a:pt x="25" y="1851"/>
                  </a:lnTo>
                  <a:lnTo>
                    <a:pt x="1" y="1680"/>
                  </a:lnTo>
                  <a:lnTo>
                    <a:pt x="1" y="1680"/>
                  </a:lnTo>
                  <a:lnTo>
                    <a:pt x="25" y="1510"/>
                  </a:lnTo>
                  <a:lnTo>
                    <a:pt x="49" y="1340"/>
                  </a:lnTo>
                  <a:lnTo>
                    <a:pt x="74" y="1193"/>
                  </a:lnTo>
                  <a:lnTo>
                    <a:pt x="147" y="1023"/>
                  </a:lnTo>
                  <a:lnTo>
                    <a:pt x="220" y="877"/>
                  </a:lnTo>
                  <a:lnTo>
                    <a:pt x="293" y="731"/>
                  </a:lnTo>
                  <a:lnTo>
                    <a:pt x="390" y="609"/>
                  </a:lnTo>
                  <a:lnTo>
                    <a:pt x="512" y="487"/>
                  </a:lnTo>
                  <a:lnTo>
                    <a:pt x="634" y="390"/>
                  </a:lnTo>
                  <a:lnTo>
                    <a:pt x="756" y="292"/>
                  </a:lnTo>
                  <a:lnTo>
                    <a:pt x="902" y="195"/>
                  </a:lnTo>
                  <a:lnTo>
                    <a:pt x="1048" y="122"/>
                  </a:lnTo>
                  <a:lnTo>
                    <a:pt x="1194" y="73"/>
                  </a:lnTo>
                  <a:lnTo>
                    <a:pt x="1365" y="24"/>
                  </a:lnTo>
                  <a:lnTo>
                    <a:pt x="1535" y="0"/>
                  </a:lnTo>
                  <a:lnTo>
                    <a:pt x="1706" y="0"/>
                  </a:lnTo>
                  <a:lnTo>
                    <a:pt x="1706" y="0"/>
                  </a:lnTo>
                  <a:lnTo>
                    <a:pt x="1998" y="24"/>
                  </a:lnTo>
                </a:path>
              </a:pathLst>
            </a:custGeom>
            <a:noFill/>
            <a:ln cap="rnd" cmpd="sng" w="12175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" name="Google Shape;127;p7"/>
            <p:cNvSpPr/>
            <p:nvPr/>
          </p:nvSpPr>
          <p:spPr>
            <a:xfrm>
              <a:off x="6058550" y="1776125"/>
              <a:ext cx="182075" cy="182075"/>
            </a:xfrm>
            <a:custGeom>
              <a:rect b="b" l="l" r="r" t="t"/>
              <a:pathLst>
                <a:path extrusionOk="0" fill="none" h="7283" w="7283">
                  <a:moveTo>
                    <a:pt x="5431" y="463"/>
                  </a:moveTo>
                  <a:lnTo>
                    <a:pt x="5431" y="463"/>
                  </a:lnTo>
                  <a:lnTo>
                    <a:pt x="5042" y="269"/>
                  </a:lnTo>
                  <a:lnTo>
                    <a:pt x="4823" y="195"/>
                  </a:lnTo>
                  <a:lnTo>
                    <a:pt x="4603" y="122"/>
                  </a:lnTo>
                  <a:lnTo>
                    <a:pt x="4360" y="74"/>
                  </a:lnTo>
                  <a:lnTo>
                    <a:pt x="4141" y="25"/>
                  </a:lnTo>
                  <a:lnTo>
                    <a:pt x="3897" y="1"/>
                  </a:lnTo>
                  <a:lnTo>
                    <a:pt x="3654" y="1"/>
                  </a:lnTo>
                  <a:lnTo>
                    <a:pt x="3654" y="1"/>
                  </a:lnTo>
                  <a:lnTo>
                    <a:pt x="3288" y="25"/>
                  </a:lnTo>
                  <a:lnTo>
                    <a:pt x="2923" y="74"/>
                  </a:lnTo>
                  <a:lnTo>
                    <a:pt x="2558" y="147"/>
                  </a:lnTo>
                  <a:lnTo>
                    <a:pt x="2241" y="293"/>
                  </a:lnTo>
                  <a:lnTo>
                    <a:pt x="1924" y="439"/>
                  </a:lnTo>
                  <a:lnTo>
                    <a:pt x="1608" y="609"/>
                  </a:lnTo>
                  <a:lnTo>
                    <a:pt x="1340" y="829"/>
                  </a:lnTo>
                  <a:lnTo>
                    <a:pt x="1072" y="1072"/>
                  </a:lnTo>
                  <a:lnTo>
                    <a:pt x="828" y="1316"/>
                  </a:lnTo>
                  <a:lnTo>
                    <a:pt x="633" y="1608"/>
                  </a:lnTo>
                  <a:lnTo>
                    <a:pt x="439" y="1900"/>
                  </a:lnTo>
                  <a:lnTo>
                    <a:pt x="293" y="2217"/>
                  </a:lnTo>
                  <a:lnTo>
                    <a:pt x="171" y="2558"/>
                  </a:lnTo>
                  <a:lnTo>
                    <a:pt x="73" y="2899"/>
                  </a:lnTo>
                  <a:lnTo>
                    <a:pt x="25" y="3264"/>
                  </a:lnTo>
                  <a:lnTo>
                    <a:pt x="0" y="3629"/>
                  </a:lnTo>
                  <a:lnTo>
                    <a:pt x="0" y="3629"/>
                  </a:lnTo>
                  <a:lnTo>
                    <a:pt x="25" y="4019"/>
                  </a:lnTo>
                  <a:lnTo>
                    <a:pt x="73" y="4360"/>
                  </a:lnTo>
                  <a:lnTo>
                    <a:pt x="171" y="4725"/>
                  </a:lnTo>
                  <a:lnTo>
                    <a:pt x="293" y="5066"/>
                  </a:lnTo>
                  <a:lnTo>
                    <a:pt x="439" y="5383"/>
                  </a:lnTo>
                  <a:lnTo>
                    <a:pt x="633" y="5675"/>
                  </a:lnTo>
                  <a:lnTo>
                    <a:pt x="828" y="5943"/>
                  </a:lnTo>
                  <a:lnTo>
                    <a:pt x="1072" y="6211"/>
                  </a:lnTo>
                  <a:lnTo>
                    <a:pt x="1340" y="6455"/>
                  </a:lnTo>
                  <a:lnTo>
                    <a:pt x="1608" y="6650"/>
                  </a:lnTo>
                  <a:lnTo>
                    <a:pt x="1924" y="6844"/>
                  </a:lnTo>
                  <a:lnTo>
                    <a:pt x="2241" y="6990"/>
                  </a:lnTo>
                  <a:lnTo>
                    <a:pt x="2558" y="7112"/>
                  </a:lnTo>
                  <a:lnTo>
                    <a:pt x="2923" y="7210"/>
                  </a:lnTo>
                  <a:lnTo>
                    <a:pt x="3288" y="7258"/>
                  </a:lnTo>
                  <a:lnTo>
                    <a:pt x="3654" y="7283"/>
                  </a:lnTo>
                  <a:lnTo>
                    <a:pt x="3654" y="7283"/>
                  </a:lnTo>
                  <a:lnTo>
                    <a:pt x="4019" y="7258"/>
                  </a:lnTo>
                  <a:lnTo>
                    <a:pt x="4384" y="7210"/>
                  </a:lnTo>
                  <a:lnTo>
                    <a:pt x="4725" y="7112"/>
                  </a:lnTo>
                  <a:lnTo>
                    <a:pt x="5066" y="6990"/>
                  </a:lnTo>
                  <a:lnTo>
                    <a:pt x="5383" y="6844"/>
                  </a:lnTo>
                  <a:lnTo>
                    <a:pt x="5675" y="6650"/>
                  </a:lnTo>
                  <a:lnTo>
                    <a:pt x="5967" y="6455"/>
                  </a:lnTo>
                  <a:lnTo>
                    <a:pt x="6235" y="6211"/>
                  </a:lnTo>
                  <a:lnTo>
                    <a:pt x="6454" y="5943"/>
                  </a:lnTo>
                  <a:lnTo>
                    <a:pt x="6674" y="5675"/>
                  </a:lnTo>
                  <a:lnTo>
                    <a:pt x="6844" y="5383"/>
                  </a:lnTo>
                  <a:lnTo>
                    <a:pt x="7014" y="5066"/>
                  </a:lnTo>
                  <a:lnTo>
                    <a:pt x="7136" y="4725"/>
                  </a:lnTo>
                  <a:lnTo>
                    <a:pt x="7209" y="4360"/>
                  </a:lnTo>
                  <a:lnTo>
                    <a:pt x="7282" y="4019"/>
                  </a:lnTo>
                  <a:lnTo>
                    <a:pt x="7282" y="3629"/>
                  </a:lnTo>
                  <a:lnTo>
                    <a:pt x="7282" y="3629"/>
                  </a:lnTo>
                  <a:lnTo>
                    <a:pt x="7282" y="3386"/>
                  </a:lnTo>
                  <a:lnTo>
                    <a:pt x="7258" y="3167"/>
                  </a:lnTo>
                  <a:lnTo>
                    <a:pt x="7234" y="2923"/>
                  </a:lnTo>
                  <a:lnTo>
                    <a:pt x="7161" y="2704"/>
                  </a:lnTo>
                  <a:lnTo>
                    <a:pt x="7112" y="2485"/>
                  </a:lnTo>
                  <a:lnTo>
                    <a:pt x="7014" y="2266"/>
                  </a:lnTo>
                  <a:lnTo>
                    <a:pt x="6820" y="1852"/>
                  </a:lnTo>
                </a:path>
              </a:pathLst>
            </a:custGeom>
            <a:noFill/>
            <a:ln cap="rnd" cmpd="sng" w="12175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" name="Google Shape;128;p7"/>
            <p:cNvSpPr/>
            <p:nvPr/>
          </p:nvSpPr>
          <p:spPr>
            <a:xfrm>
              <a:off x="5971475" y="2001400"/>
              <a:ext cx="74925" cy="70675"/>
            </a:xfrm>
            <a:custGeom>
              <a:rect b="b" l="l" r="r" t="t"/>
              <a:pathLst>
                <a:path extrusionOk="0" fill="none" h="2827" w="2997">
                  <a:moveTo>
                    <a:pt x="1462" y="1"/>
                  </a:moveTo>
                  <a:lnTo>
                    <a:pt x="293" y="1170"/>
                  </a:lnTo>
                  <a:lnTo>
                    <a:pt x="293" y="1170"/>
                  </a:lnTo>
                  <a:lnTo>
                    <a:pt x="171" y="1316"/>
                  </a:lnTo>
                  <a:lnTo>
                    <a:pt x="74" y="1487"/>
                  </a:lnTo>
                  <a:lnTo>
                    <a:pt x="25" y="1657"/>
                  </a:lnTo>
                  <a:lnTo>
                    <a:pt x="1" y="1852"/>
                  </a:lnTo>
                  <a:lnTo>
                    <a:pt x="25" y="2047"/>
                  </a:lnTo>
                  <a:lnTo>
                    <a:pt x="74" y="2217"/>
                  </a:lnTo>
                  <a:lnTo>
                    <a:pt x="171" y="2388"/>
                  </a:lnTo>
                  <a:lnTo>
                    <a:pt x="293" y="2534"/>
                  </a:lnTo>
                  <a:lnTo>
                    <a:pt x="293" y="2534"/>
                  </a:lnTo>
                  <a:lnTo>
                    <a:pt x="439" y="2656"/>
                  </a:lnTo>
                  <a:lnTo>
                    <a:pt x="609" y="2753"/>
                  </a:lnTo>
                  <a:lnTo>
                    <a:pt x="804" y="2802"/>
                  </a:lnTo>
                  <a:lnTo>
                    <a:pt x="975" y="2826"/>
                  </a:lnTo>
                  <a:lnTo>
                    <a:pt x="975" y="2826"/>
                  </a:lnTo>
                  <a:lnTo>
                    <a:pt x="1170" y="2802"/>
                  </a:lnTo>
                  <a:lnTo>
                    <a:pt x="1340" y="2753"/>
                  </a:lnTo>
                  <a:lnTo>
                    <a:pt x="1511" y="2656"/>
                  </a:lnTo>
                  <a:lnTo>
                    <a:pt x="1681" y="2534"/>
                  </a:lnTo>
                  <a:lnTo>
                    <a:pt x="2850" y="1365"/>
                  </a:lnTo>
                  <a:lnTo>
                    <a:pt x="2850" y="1365"/>
                  </a:lnTo>
                  <a:lnTo>
                    <a:pt x="2996" y="1194"/>
                  </a:lnTo>
                </a:path>
              </a:pathLst>
            </a:custGeom>
            <a:noFill/>
            <a:ln cap="rnd" cmpd="sng" w="12175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" name="Google Shape;129;p7"/>
            <p:cNvSpPr/>
            <p:nvPr/>
          </p:nvSpPr>
          <p:spPr>
            <a:xfrm>
              <a:off x="6253375" y="2001400"/>
              <a:ext cx="74325" cy="70675"/>
            </a:xfrm>
            <a:custGeom>
              <a:rect b="b" l="l" r="r" t="t"/>
              <a:pathLst>
                <a:path extrusionOk="0" fill="none" h="2827" w="2973">
                  <a:moveTo>
                    <a:pt x="1" y="1194"/>
                  </a:moveTo>
                  <a:lnTo>
                    <a:pt x="1" y="1194"/>
                  </a:lnTo>
                  <a:lnTo>
                    <a:pt x="123" y="1365"/>
                  </a:lnTo>
                  <a:lnTo>
                    <a:pt x="1316" y="2534"/>
                  </a:lnTo>
                  <a:lnTo>
                    <a:pt x="1316" y="2534"/>
                  </a:lnTo>
                  <a:lnTo>
                    <a:pt x="1462" y="2656"/>
                  </a:lnTo>
                  <a:lnTo>
                    <a:pt x="1633" y="2753"/>
                  </a:lnTo>
                  <a:lnTo>
                    <a:pt x="1827" y="2802"/>
                  </a:lnTo>
                  <a:lnTo>
                    <a:pt x="1998" y="2826"/>
                  </a:lnTo>
                  <a:lnTo>
                    <a:pt x="1998" y="2826"/>
                  </a:lnTo>
                  <a:lnTo>
                    <a:pt x="2193" y="2802"/>
                  </a:lnTo>
                  <a:lnTo>
                    <a:pt x="2363" y="2753"/>
                  </a:lnTo>
                  <a:lnTo>
                    <a:pt x="2534" y="2656"/>
                  </a:lnTo>
                  <a:lnTo>
                    <a:pt x="2704" y="2534"/>
                  </a:lnTo>
                  <a:lnTo>
                    <a:pt x="2704" y="2534"/>
                  </a:lnTo>
                  <a:lnTo>
                    <a:pt x="2826" y="2388"/>
                  </a:lnTo>
                  <a:lnTo>
                    <a:pt x="2923" y="2217"/>
                  </a:lnTo>
                  <a:lnTo>
                    <a:pt x="2972" y="2047"/>
                  </a:lnTo>
                  <a:lnTo>
                    <a:pt x="2972" y="1852"/>
                  </a:lnTo>
                  <a:lnTo>
                    <a:pt x="2972" y="1657"/>
                  </a:lnTo>
                  <a:lnTo>
                    <a:pt x="2923" y="1487"/>
                  </a:lnTo>
                  <a:lnTo>
                    <a:pt x="2826" y="1316"/>
                  </a:lnTo>
                  <a:lnTo>
                    <a:pt x="2704" y="1170"/>
                  </a:lnTo>
                  <a:lnTo>
                    <a:pt x="1535" y="1"/>
                  </a:lnTo>
                </a:path>
              </a:pathLst>
            </a:custGeom>
            <a:noFill/>
            <a:ln cap="rnd" cmpd="sng" w="12175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" name="Google Shape;130;p7"/>
            <p:cNvSpPr/>
            <p:nvPr/>
          </p:nvSpPr>
          <p:spPr>
            <a:xfrm>
              <a:off x="6137700" y="1623900"/>
              <a:ext cx="250875" cy="255150"/>
            </a:xfrm>
            <a:custGeom>
              <a:rect b="b" l="l" r="r" t="t"/>
              <a:pathLst>
                <a:path extrusionOk="0" fill="none" h="10206" w="10035">
                  <a:moveTo>
                    <a:pt x="9718" y="2412"/>
                  </a:moveTo>
                  <a:lnTo>
                    <a:pt x="8671" y="2217"/>
                  </a:lnTo>
                  <a:lnTo>
                    <a:pt x="9694" y="1194"/>
                  </a:lnTo>
                  <a:lnTo>
                    <a:pt x="9694" y="1194"/>
                  </a:lnTo>
                  <a:lnTo>
                    <a:pt x="9767" y="1121"/>
                  </a:lnTo>
                  <a:lnTo>
                    <a:pt x="9815" y="1024"/>
                  </a:lnTo>
                  <a:lnTo>
                    <a:pt x="9840" y="951"/>
                  </a:lnTo>
                  <a:lnTo>
                    <a:pt x="9840" y="853"/>
                  </a:lnTo>
                  <a:lnTo>
                    <a:pt x="9840" y="756"/>
                  </a:lnTo>
                  <a:lnTo>
                    <a:pt x="9815" y="658"/>
                  </a:lnTo>
                  <a:lnTo>
                    <a:pt x="9767" y="585"/>
                  </a:lnTo>
                  <a:lnTo>
                    <a:pt x="9694" y="512"/>
                  </a:lnTo>
                  <a:lnTo>
                    <a:pt x="9694" y="512"/>
                  </a:lnTo>
                  <a:lnTo>
                    <a:pt x="9621" y="439"/>
                  </a:lnTo>
                  <a:lnTo>
                    <a:pt x="9548" y="391"/>
                  </a:lnTo>
                  <a:lnTo>
                    <a:pt x="9450" y="366"/>
                  </a:lnTo>
                  <a:lnTo>
                    <a:pt x="9353" y="366"/>
                  </a:lnTo>
                  <a:lnTo>
                    <a:pt x="9255" y="366"/>
                  </a:lnTo>
                  <a:lnTo>
                    <a:pt x="9182" y="391"/>
                  </a:lnTo>
                  <a:lnTo>
                    <a:pt x="9085" y="439"/>
                  </a:lnTo>
                  <a:lnTo>
                    <a:pt x="9012" y="512"/>
                  </a:lnTo>
                  <a:lnTo>
                    <a:pt x="7867" y="1657"/>
                  </a:lnTo>
                  <a:lnTo>
                    <a:pt x="7867" y="1657"/>
                  </a:lnTo>
                  <a:lnTo>
                    <a:pt x="7818" y="1487"/>
                  </a:lnTo>
                  <a:lnTo>
                    <a:pt x="7599" y="317"/>
                  </a:lnTo>
                  <a:lnTo>
                    <a:pt x="7599" y="317"/>
                  </a:lnTo>
                  <a:lnTo>
                    <a:pt x="7575" y="196"/>
                  </a:lnTo>
                  <a:lnTo>
                    <a:pt x="7526" y="98"/>
                  </a:lnTo>
                  <a:lnTo>
                    <a:pt x="7477" y="50"/>
                  </a:lnTo>
                  <a:lnTo>
                    <a:pt x="7404" y="1"/>
                  </a:lnTo>
                  <a:lnTo>
                    <a:pt x="7331" y="1"/>
                  </a:lnTo>
                  <a:lnTo>
                    <a:pt x="7234" y="25"/>
                  </a:lnTo>
                  <a:lnTo>
                    <a:pt x="7161" y="74"/>
                  </a:lnTo>
                  <a:lnTo>
                    <a:pt x="7063" y="147"/>
                  </a:lnTo>
                  <a:lnTo>
                    <a:pt x="5432" y="1754"/>
                  </a:lnTo>
                  <a:lnTo>
                    <a:pt x="5432" y="1754"/>
                  </a:lnTo>
                  <a:lnTo>
                    <a:pt x="5358" y="1852"/>
                  </a:lnTo>
                  <a:lnTo>
                    <a:pt x="5285" y="1974"/>
                  </a:lnTo>
                  <a:lnTo>
                    <a:pt x="5212" y="2120"/>
                  </a:lnTo>
                  <a:lnTo>
                    <a:pt x="5164" y="2242"/>
                  </a:lnTo>
                  <a:lnTo>
                    <a:pt x="5139" y="2388"/>
                  </a:lnTo>
                  <a:lnTo>
                    <a:pt x="5115" y="2534"/>
                  </a:lnTo>
                  <a:lnTo>
                    <a:pt x="5115" y="2680"/>
                  </a:lnTo>
                  <a:lnTo>
                    <a:pt x="5115" y="2802"/>
                  </a:lnTo>
                  <a:lnTo>
                    <a:pt x="5334" y="3971"/>
                  </a:lnTo>
                  <a:lnTo>
                    <a:pt x="5334" y="3971"/>
                  </a:lnTo>
                  <a:lnTo>
                    <a:pt x="5383" y="4141"/>
                  </a:lnTo>
                  <a:lnTo>
                    <a:pt x="147" y="9378"/>
                  </a:lnTo>
                  <a:lnTo>
                    <a:pt x="147" y="9378"/>
                  </a:lnTo>
                  <a:lnTo>
                    <a:pt x="73" y="9451"/>
                  </a:lnTo>
                  <a:lnTo>
                    <a:pt x="25" y="9548"/>
                  </a:lnTo>
                  <a:lnTo>
                    <a:pt x="0" y="9645"/>
                  </a:lnTo>
                  <a:lnTo>
                    <a:pt x="0" y="9718"/>
                  </a:lnTo>
                  <a:lnTo>
                    <a:pt x="0" y="9816"/>
                  </a:lnTo>
                  <a:lnTo>
                    <a:pt x="25" y="9913"/>
                  </a:lnTo>
                  <a:lnTo>
                    <a:pt x="73" y="9986"/>
                  </a:lnTo>
                  <a:lnTo>
                    <a:pt x="147" y="10059"/>
                  </a:lnTo>
                  <a:lnTo>
                    <a:pt x="147" y="10059"/>
                  </a:lnTo>
                  <a:lnTo>
                    <a:pt x="220" y="10133"/>
                  </a:lnTo>
                  <a:lnTo>
                    <a:pt x="293" y="10181"/>
                  </a:lnTo>
                  <a:lnTo>
                    <a:pt x="390" y="10206"/>
                  </a:lnTo>
                  <a:lnTo>
                    <a:pt x="488" y="10206"/>
                  </a:lnTo>
                  <a:lnTo>
                    <a:pt x="488" y="10206"/>
                  </a:lnTo>
                  <a:lnTo>
                    <a:pt x="585" y="10206"/>
                  </a:lnTo>
                  <a:lnTo>
                    <a:pt x="658" y="10181"/>
                  </a:lnTo>
                  <a:lnTo>
                    <a:pt x="755" y="10133"/>
                  </a:lnTo>
                  <a:lnTo>
                    <a:pt x="828" y="10059"/>
                  </a:lnTo>
                  <a:lnTo>
                    <a:pt x="6187" y="4726"/>
                  </a:lnTo>
                  <a:lnTo>
                    <a:pt x="7234" y="4896"/>
                  </a:lnTo>
                  <a:lnTo>
                    <a:pt x="7234" y="4896"/>
                  </a:lnTo>
                  <a:lnTo>
                    <a:pt x="7356" y="4921"/>
                  </a:lnTo>
                  <a:lnTo>
                    <a:pt x="7502" y="4921"/>
                  </a:lnTo>
                  <a:lnTo>
                    <a:pt x="7624" y="4896"/>
                  </a:lnTo>
                  <a:lnTo>
                    <a:pt x="7770" y="4848"/>
                  </a:lnTo>
                  <a:lnTo>
                    <a:pt x="7916" y="4799"/>
                  </a:lnTo>
                  <a:lnTo>
                    <a:pt x="8038" y="4750"/>
                  </a:lnTo>
                  <a:lnTo>
                    <a:pt x="8159" y="4677"/>
                  </a:lnTo>
                  <a:lnTo>
                    <a:pt x="8257" y="4580"/>
                  </a:lnTo>
                  <a:lnTo>
                    <a:pt x="9889" y="2948"/>
                  </a:lnTo>
                  <a:lnTo>
                    <a:pt x="9889" y="2948"/>
                  </a:lnTo>
                  <a:lnTo>
                    <a:pt x="9962" y="2875"/>
                  </a:lnTo>
                  <a:lnTo>
                    <a:pt x="10010" y="2777"/>
                  </a:lnTo>
                  <a:lnTo>
                    <a:pt x="10035" y="2704"/>
                  </a:lnTo>
                  <a:lnTo>
                    <a:pt x="10010" y="2607"/>
                  </a:lnTo>
                  <a:lnTo>
                    <a:pt x="9986" y="2558"/>
                  </a:lnTo>
                  <a:lnTo>
                    <a:pt x="9913" y="2485"/>
                  </a:lnTo>
                  <a:lnTo>
                    <a:pt x="9815" y="2436"/>
                  </a:lnTo>
                  <a:lnTo>
                    <a:pt x="9718" y="2412"/>
                  </a:lnTo>
                  <a:lnTo>
                    <a:pt x="9718" y="2412"/>
                  </a:lnTo>
                  <a:close/>
                </a:path>
              </a:pathLst>
            </a:custGeom>
            <a:noFill/>
            <a:ln cap="rnd" cmpd="sng" w="12175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31" name="Google Shape;131;p7"/>
          <p:cNvPicPr preferRelativeResize="0"/>
          <p:nvPr/>
        </p:nvPicPr>
        <p:blipFill rotWithShape="1">
          <a:blip r:embed="rId3">
            <a:alphaModFix/>
          </a:blip>
          <a:srcRect b="39587" l="28335" r="27055" t="28802"/>
          <a:stretch/>
        </p:blipFill>
        <p:spPr>
          <a:xfrm>
            <a:off x="684212" y="3889375"/>
            <a:ext cx="925512" cy="6556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7"/>
          <p:cNvPicPr preferRelativeResize="0"/>
          <p:nvPr/>
        </p:nvPicPr>
        <p:blipFill rotWithShape="1">
          <a:blip r:embed="rId4">
            <a:alphaModFix/>
          </a:blip>
          <a:srcRect b="20845" l="0" r="0" t="0"/>
          <a:stretch/>
        </p:blipFill>
        <p:spPr>
          <a:xfrm>
            <a:off x="2366962" y="3870325"/>
            <a:ext cx="790575" cy="6746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7"/>
          <p:cNvPicPr preferRelativeResize="0"/>
          <p:nvPr/>
        </p:nvPicPr>
        <p:blipFill rotWithShape="1">
          <a:blip r:embed="rId4">
            <a:alphaModFix/>
          </a:blip>
          <a:srcRect b="20845" l="0" r="0" t="0"/>
          <a:stretch/>
        </p:blipFill>
        <p:spPr>
          <a:xfrm>
            <a:off x="4081462" y="3870325"/>
            <a:ext cx="792162" cy="6746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7"/>
          <p:cNvPicPr preferRelativeResize="0"/>
          <p:nvPr/>
        </p:nvPicPr>
        <p:blipFill rotWithShape="1">
          <a:blip r:embed="rId4">
            <a:alphaModFix/>
          </a:blip>
          <a:srcRect b="20845" l="0" r="0" t="0"/>
          <a:stretch/>
        </p:blipFill>
        <p:spPr>
          <a:xfrm>
            <a:off x="5711825" y="1917700"/>
            <a:ext cx="792162" cy="6746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7"/>
          <p:cNvPicPr preferRelativeResize="0"/>
          <p:nvPr/>
        </p:nvPicPr>
        <p:blipFill rotWithShape="1">
          <a:blip r:embed="rId4">
            <a:alphaModFix/>
          </a:blip>
          <a:srcRect b="20845" l="0" r="0" t="0"/>
          <a:stretch/>
        </p:blipFill>
        <p:spPr>
          <a:xfrm>
            <a:off x="5711825" y="3870325"/>
            <a:ext cx="792162" cy="6746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8"/>
          <p:cNvSpPr txBox="1"/>
          <p:nvPr>
            <p:ph type="title"/>
          </p:nvPr>
        </p:nvSpPr>
        <p:spPr>
          <a:xfrm>
            <a:off x="609600" y="3876675"/>
            <a:ext cx="1609725" cy="485775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i="0" lang="en-US" sz="1200" u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RECEITA</a:t>
            </a:r>
            <a:endParaRPr/>
          </a:p>
        </p:txBody>
      </p:sp>
      <p:sp>
        <p:nvSpPr>
          <p:cNvPr id="141" name="Google Shape;141;p8"/>
          <p:cNvSpPr txBox="1"/>
          <p:nvPr/>
        </p:nvSpPr>
        <p:spPr>
          <a:xfrm>
            <a:off x="8543925" y="4749800"/>
            <a:ext cx="547687" cy="3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"/>
              <a:buNone/>
            </a:pPr>
            <a:fld id="{00000000-1234-1234-1234-123412341234}" type="slidenum">
              <a:rPr b="0" i="0" lang="en-US" sz="1200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/>
          </a:p>
        </p:txBody>
      </p:sp>
      <p:sp>
        <p:nvSpPr>
          <p:cNvPr id="142" name="Google Shape;142;p8"/>
          <p:cNvSpPr txBox="1"/>
          <p:nvPr/>
        </p:nvSpPr>
        <p:spPr>
          <a:xfrm>
            <a:off x="4003675" y="1063625"/>
            <a:ext cx="3565525" cy="642937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None/>
            </a:pPr>
            <a:r>
              <a:rPr b="0" i="0" lang="en-US" sz="1400" u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FI</a:t>
            </a:r>
            <a:endParaRPr/>
          </a:p>
        </p:txBody>
      </p:sp>
      <p:sp>
        <p:nvSpPr>
          <p:cNvPr id="143" name="Google Shape;143;p8"/>
          <p:cNvSpPr txBox="1"/>
          <p:nvPr/>
        </p:nvSpPr>
        <p:spPr>
          <a:xfrm>
            <a:off x="4003675" y="2257425"/>
            <a:ext cx="3565525" cy="642937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None/>
            </a:pPr>
            <a:r>
              <a:rPr b="0" i="0" lang="en-US" sz="1400" u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VENDA DO IMÓVEL</a:t>
            </a:r>
            <a:endParaRPr/>
          </a:p>
        </p:txBody>
      </p:sp>
      <p:grpSp>
        <p:nvGrpSpPr>
          <p:cNvPr id="144" name="Google Shape;144;p8"/>
          <p:cNvGrpSpPr/>
          <p:nvPr/>
        </p:nvGrpSpPr>
        <p:grpSpPr>
          <a:xfrm>
            <a:off x="749300" y="3409950"/>
            <a:ext cx="407987" cy="465137"/>
            <a:chOff x="4630125" y="278900"/>
            <a:chExt cx="400675" cy="456675"/>
          </a:xfrm>
        </p:grpSpPr>
        <p:sp>
          <p:nvSpPr>
            <p:cNvPr id="145" name="Google Shape;145;p8"/>
            <p:cNvSpPr/>
            <p:nvPr/>
          </p:nvSpPr>
          <p:spPr>
            <a:xfrm>
              <a:off x="4659350" y="328825"/>
              <a:ext cx="371450" cy="96850"/>
            </a:xfrm>
            <a:custGeom>
              <a:rect b="b" l="l" r="r" t="t"/>
              <a:pathLst>
                <a:path extrusionOk="0" fill="none" h="3874" w="14858">
                  <a:moveTo>
                    <a:pt x="12763" y="1"/>
                  </a:moveTo>
                  <a:lnTo>
                    <a:pt x="926" y="1"/>
                  </a:lnTo>
                  <a:lnTo>
                    <a:pt x="926" y="1"/>
                  </a:lnTo>
                  <a:lnTo>
                    <a:pt x="731" y="25"/>
                  </a:lnTo>
                  <a:lnTo>
                    <a:pt x="561" y="74"/>
                  </a:lnTo>
                  <a:lnTo>
                    <a:pt x="390" y="171"/>
                  </a:lnTo>
                  <a:lnTo>
                    <a:pt x="269" y="269"/>
                  </a:lnTo>
                  <a:lnTo>
                    <a:pt x="147" y="415"/>
                  </a:lnTo>
                  <a:lnTo>
                    <a:pt x="74" y="561"/>
                  </a:lnTo>
                  <a:lnTo>
                    <a:pt x="1" y="732"/>
                  </a:lnTo>
                  <a:lnTo>
                    <a:pt x="1" y="926"/>
                  </a:lnTo>
                  <a:lnTo>
                    <a:pt x="1" y="2948"/>
                  </a:lnTo>
                  <a:lnTo>
                    <a:pt x="1" y="2948"/>
                  </a:lnTo>
                  <a:lnTo>
                    <a:pt x="1" y="3143"/>
                  </a:lnTo>
                  <a:lnTo>
                    <a:pt x="74" y="3313"/>
                  </a:lnTo>
                  <a:lnTo>
                    <a:pt x="147" y="3459"/>
                  </a:lnTo>
                  <a:lnTo>
                    <a:pt x="269" y="3605"/>
                  </a:lnTo>
                  <a:lnTo>
                    <a:pt x="390" y="3727"/>
                  </a:lnTo>
                  <a:lnTo>
                    <a:pt x="561" y="3800"/>
                  </a:lnTo>
                  <a:lnTo>
                    <a:pt x="731" y="3849"/>
                  </a:lnTo>
                  <a:lnTo>
                    <a:pt x="926" y="3873"/>
                  </a:lnTo>
                  <a:lnTo>
                    <a:pt x="12763" y="3873"/>
                  </a:lnTo>
                  <a:lnTo>
                    <a:pt x="14857" y="1949"/>
                  </a:lnTo>
                  <a:lnTo>
                    <a:pt x="12763" y="1"/>
                  </a:lnTo>
                  <a:close/>
                </a:path>
              </a:pathLst>
            </a:custGeom>
            <a:noFill/>
            <a:ln cap="rnd" cmpd="sng" w="12175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" name="Google Shape;146;p8"/>
            <p:cNvSpPr/>
            <p:nvPr/>
          </p:nvSpPr>
          <p:spPr>
            <a:xfrm>
              <a:off x="4630125" y="452425"/>
              <a:ext cx="371450" cy="96850"/>
            </a:xfrm>
            <a:custGeom>
              <a:rect b="b" l="l" r="r" t="t"/>
              <a:pathLst>
                <a:path extrusionOk="0" fill="none" h="3874" w="14858">
                  <a:moveTo>
                    <a:pt x="2095" y="1"/>
                  </a:moveTo>
                  <a:lnTo>
                    <a:pt x="13932" y="1"/>
                  </a:lnTo>
                  <a:lnTo>
                    <a:pt x="13932" y="1"/>
                  </a:lnTo>
                  <a:lnTo>
                    <a:pt x="14126" y="25"/>
                  </a:lnTo>
                  <a:lnTo>
                    <a:pt x="14297" y="74"/>
                  </a:lnTo>
                  <a:lnTo>
                    <a:pt x="14467" y="147"/>
                  </a:lnTo>
                  <a:lnTo>
                    <a:pt x="14589" y="269"/>
                  </a:lnTo>
                  <a:lnTo>
                    <a:pt x="14711" y="415"/>
                  </a:lnTo>
                  <a:lnTo>
                    <a:pt x="14784" y="561"/>
                  </a:lnTo>
                  <a:lnTo>
                    <a:pt x="14857" y="732"/>
                  </a:lnTo>
                  <a:lnTo>
                    <a:pt x="14857" y="926"/>
                  </a:lnTo>
                  <a:lnTo>
                    <a:pt x="14857" y="2948"/>
                  </a:lnTo>
                  <a:lnTo>
                    <a:pt x="14857" y="2948"/>
                  </a:lnTo>
                  <a:lnTo>
                    <a:pt x="14857" y="3143"/>
                  </a:lnTo>
                  <a:lnTo>
                    <a:pt x="14784" y="3313"/>
                  </a:lnTo>
                  <a:lnTo>
                    <a:pt x="14711" y="3459"/>
                  </a:lnTo>
                  <a:lnTo>
                    <a:pt x="14589" y="3605"/>
                  </a:lnTo>
                  <a:lnTo>
                    <a:pt x="14467" y="3703"/>
                  </a:lnTo>
                  <a:lnTo>
                    <a:pt x="14297" y="3800"/>
                  </a:lnTo>
                  <a:lnTo>
                    <a:pt x="14126" y="3849"/>
                  </a:lnTo>
                  <a:lnTo>
                    <a:pt x="13932" y="3873"/>
                  </a:lnTo>
                  <a:lnTo>
                    <a:pt x="2095" y="3873"/>
                  </a:lnTo>
                  <a:lnTo>
                    <a:pt x="1" y="1925"/>
                  </a:lnTo>
                  <a:lnTo>
                    <a:pt x="2095" y="1"/>
                  </a:lnTo>
                  <a:close/>
                </a:path>
              </a:pathLst>
            </a:custGeom>
            <a:noFill/>
            <a:ln cap="rnd" cmpd="sng" w="12175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" name="Google Shape;147;p8"/>
            <p:cNvSpPr/>
            <p:nvPr/>
          </p:nvSpPr>
          <p:spPr>
            <a:xfrm>
              <a:off x="4808525" y="278900"/>
              <a:ext cx="43875" cy="49950"/>
            </a:xfrm>
            <a:custGeom>
              <a:rect b="b" l="l" r="r" t="t"/>
              <a:pathLst>
                <a:path extrusionOk="0" fill="none" h="1998" w="1755">
                  <a:moveTo>
                    <a:pt x="1754" y="1998"/>
                  </a:moveTo>
                  <a:lnTo>
                    <a:pt x="1754" y="585"/>
                  </a:lnTo>
                  <a:lnTo>
                    <a:pt x="1754" y="585"/>
                  </a:lnTo>
                  <a:lnTo>
                    <a:pt x="1754" y="464"/>
                  </a:lnTo>
                  <a:lnTo>
                    <a:pt x="1730" y="366"/>
                  </a:lnTo>
                  <a:lnTo>
                    <a:pt x="1657" y="269"/>
                  </a:lnTo>
                  <a:lnTo>
                    <a:pt x="1584" y="171"/>
                  </a:lnTo>
                  <a:lnTo>
                    <a:pt x="1511" y="98"/>
                  </a:lnTo>
                  <a:lnTo>
                    <a:pt x="1413" y="49"/>
                  </a:lnTo>
                  <a:lnTo>
                    <a:pt x="1291" y="25"/>
                  </a:lnTo>
                  <a:lnTo>
                    <a:pt x="1194" y="1"/>
                  </a:lnTo>
                  <a:lnTo>
                    <a:pt x="561" y="1"/>
                  </a:lnTo>
                  <a:lnTo>
                    <a:pt x="561" y="1"/>
                  </a:lnTo>
                  <a:lnTo>
                    <a:pt x="463" y="25"/>
                  </a:lnTo>
                  <a:lnTo>
                    <a:pt x="342" y="49"/>
                  </a:lnTo>
                  <a:lnTo>
                    <a:pt x="244" y="98"/>
                  </a:lnTo>
                  <a:lnTo>
                    <a:pt x="171" y="171"/>
                  </a:lnTo>
                  <a:lnTo>
                    <a:pt x="98" y="269"/>
                  </a:lnTo>
                  <a:lnTo>
                    <a:pt x="25" y="366"/>
                  </a:lnTo>
                  <a:lnTo>
                    <a:pt x="1" y="464"/>
                  </a:lnTo>
                  <a:lnTo>
                    <a:pt x="1" y="585"/>
                  </a:lnTo>
                  <a:lnTo>
                    <a:pt x="1" y="1998"/>
                  </a:lnTo>
                  <a:lnTo>
                    <a:pt x="1754" y="1998"/>
                  </a:lnTo>
                  <a:close/>
                </a:path>
              </a:pathLst>
            </a:custGeom>
            <a:noFill/>
            <a:ln cap="rnd" cmpd="sng" w="12175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" name="Google Shape;148;p8"/>
            <p:cNvSpPr/>
            <p:nvPr/>
          </p:nvSpPr>
          <p:spPr>
            <a:xfrm>
              <a:off x="4808525" y="549250"/>
              <a:ext cx="43875" cy="186325"/>
            </a:xfrm>
            <a:custGeom>
              <a:rect b="b" l="l" r="r" t="t"/>
              <a:pathLst>
                <a:path extrusionOk="0" fill="none" h="7453" w="1755">
                  <a:moveTo>
                    <a:pt x="1" y="0"/>
                  </a:moveTo>
                  <a:lnTo>
                    <a:pt x="1" y="7453"/>
                  </a:lnTo>
                  <a:lnTo>
                    <a:pt x="1754" y="7453"/>
                  </a:lnTo>
                  <a:lnTo>
                    <a:pt x="1754" y="0"/>
                  </a:lnTo>
                  <a:lnTo>
                    <a:pt x="1" y="0"/>
                  </a:lnTo>
                  <a:close/>
                </a:path>
              </a:pathLst>
            </a:custGeom>
            <a:noFill/>
            <a:ln cap="rnd" cmpd="sng" w="12175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ransition spd="slow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9"/>
          <p:cNvSpPr txBox="1"/>
          <p:nvPr/>
        </p:nvSpPr>
        <p:spPr>
          <a:xfrm>
            <a:off x="8543925" y="4749800"/>
            <a:ext cx="547687" cy="3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"/>
              <a:buNone/>
            </a:pPr>
            <a:fld id="{00000000-1234-1234-1234-123412341234}" type="slidenum">
              <a:rPr b="0" i="0" lang="en-US" sz="1200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/>
          </a:p>
        </p:txBody>
      </p:sp>
      <p:sp>
        <p:nvSpPr>
          <p:cNvPr id="154" name="Google Shape;154;p9"/>
          <p:cNvSpPr txBox="1"/>
          <p:nvPr>
            <p:ph idx="4294967295" type="ctrTitle"/>
          </p:nvPr>
        </p:nvSpPr>
        <p:spPr>
          <a:xfrm>
            <a:off x="7456487" y="-49212"/>
            <a:ext cx="4530725" cy="116046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OBRIGADO!</a:t>
            </a:r>
            <a:endParaRPr/>
          </a:p>
        </p:txBody>
      </p:sp>
      <p:grpSp>
        <p:nvGrpSpPr>
          <p:cNvPr id="155" name="Google Shape;155;p9"/>
          <p:cNvGrpSpPr/>
          <p:nvPr/>
        </p:nvGrpSpPr>
        <p:grpSpPr>
          <a:xfrm>
            <a:off x="8385175" y="177800"/>
            <a:ext cx="431800" cy="431800"/>
            <a:chOff x="1278900" y="2333250"/>
            <a:chExt cx="381175" cy="381175"/>
          </a:xfrm>
        </p:grpSpPr>
        <p:sp>
          <p:nvSpPr>
            <p:cNvPr id="156" name="Google Shape;156;p9"/>
            <p:cNvSpPr/>
            <p:nvPr/>
          </p:nvSpPr>
          <p:spPr>
            <a:xfrm>
              <a:off x="1278900" y="2333250"/>
              <a:ext cx="381175" cy="381175"/>
            </a:xfrm>
            <a:custGeom>
              <a:rect b="b" l="l" r="r" t="t"/>
              <a:pathLst>
                <a:path extrusionOk="0" fill="none" h="15247" w="15247">
                  <a:moveTo>
                    <a:pt x="7623" y="0"/>
                  </a:moveTo>
                  <a:lnTo>
                    <a:pt x="7623" y="0"/>
                  </a:lnTo>
                  <a:lnTo>
                    <a:pt x="7233" y="0"/>
                  </a:lnTo>
                  <a:lnTo>
                    <a:pt x="6844" y="49"/>
                  </a:lnTo>
                  <a:lnTo>
                    <a:pt x="6454" y="98"/>
                  </a:lnTo>
                  <a:lnTo>
                    <a:pt x="6089" y="147"/>
                  </a:lnTo>
                  <a:lnTo>
                    <a:pt x="5723" y="244"/>
                  </a:lnTo>
                  <a:lnTo>
                    <a:pt x="5358" y="341"/>
                  </a:lnTo>
                  <a:lnTo>
                    <a:pt x="4993" y="463"/>
                  </a:lnTo>
                  <a:lnTo>
                    <a:pt x="4652" y="609"/>
                  </a:lnTo>
                  <a:lnTo>
                    <a:pt x="4311" y="755"/>
                  </a:lnTo>
                  <a:lnTo>
                    <a:pt x="3994" y="926"/>
                  </a:lnTo>
                  <a:lnTo>
                    <a:pt x="3678" y="1096"/>
                  </a:lnTo>
                  <a:lnTo>
                    <a:pt x="3361" y="1291"/>
                  </a:lnTo>
                  <a:lnTo>
                    <a:pt x="3069" y="1510"/>
                  </a:lnTo>
                  <a:lnTo>
                    <a:pt x="2777" y="1730"/>
                  </a:lnTo>
                  <a:lnTo>
                    <a:pt x="2509" y="1973"/>
                  </a:lnTo>
                  <a:lnTo>
                    <a:pt x="2241" y="2241"/>
                  </a:lnTo>
                  <a:lnTo>
                    <a:pt x="1973" y="2509"/>
                  </a:lnTo>
                  <a:lnTo>
                    <a:pt x="1729" y="2777"/>
                  </a:lnTo>
                  <a:lnTo>
                    <a:pt x="1510" y="3069"/>
                  </a:lnTo>
                  <a:lnTo>
                    <a:pt x="1291" y="3361"/>
                  </a:lnTo>
                  <a:lnTo>
                    <a:pt x="1096" y="3678"/>
                  </a:lnTo>
                  <a:lnTo>
                    <a:pt x="926" y="3995"/>
                  </a:lnTo>
                  <a:lnTo>
                    <a:pt x="755" y="4311"/>
                  </a:lnTo>
                  <a:lnTo>
                    <a:pt x="609" y="4652"/>
                  </a:lnTo>
                  <a:lnTo>
                    <a:pt x="463" y="4993"/>
                  </a:lnTo>
                  <a:lnTo>
                    <a:pt x="341" y="5358"/>
                  </a:lnTo>
                  <a:lnTo>
                    <a:pt x="244" y="5724"/>
                  </a:lnTo>
                  <a:lnTo>
                    <a:pt x="146" y="6089"/>
                  </a:lnTo>
                  <a:lnTo>
                    <a:pt x="97" y="6454"/>
                  </a:lnTo>
                  <a:lnTo>
                    <a:pt x="49" y="6844"/>
                  </a:lnTo>
                  <a:lnTo>
                    <a:pt x="0" y="7234"/>
                  </a:lnTo>
                  <a:lnTo>
                    <a:pt x="0" y="7623"/>
                  </a:lnTo>
                  <a:lnTo>
                    <a:pt x="0" y="7623"/>
                  </a:lnTo>
                  <a:lnTo>
                    <a:pt x="0" y="8013"/>
                  </a:lnTo>
                  <a:lnTo>
                    <a:pt x="49" y="8403"/>
                  </a:lnTo>
                  <a:lnTo>
                    <a:pt x="97" y="8793"/>
                  </a:lnTo>
                  <a:lnTo>
                    <a:pt x="146" y="9158"/>
                  </a:lnTo>
                  <a:lnTo>
                    <a:pt x="244" y="9523"/>
                  </a:lnTo>
                  <a:lnTo>
                    <a:pt x="341" y="9889"/>
                  </a:lnTo>
                  <a:lnTo>
                    <a:pt x="463" y="10254"/>
                  </a:lnTo>
                  <a:lnTo>
                    <a:pt x="609" y="10595"/>
                  </a:lnTo>
                  <a:lnTo>
                    <a:pt x="755" y="10936"/>
                  </a:lnTo>
                  <a:lnTo>
                    <a:pt x="926" y="11252"/>
                  </a:lnTo>
                  <a:lnTo>
                    <a:pt x="1096" y="11569"/>
                  </a:lnTo>
                  <a:lnTo>
                    <a:pt x="1291" y="11886"/>
                  </a:lnTo>
                  <a:lnTo>
                    <a:pt x="1510" y="12178"/>
                  </a:lnTo>
                  <a:lnTo>
                    <a:pt x="1729" y="12470"/>
                  </a:lnTo>
                  <a:lnTo>
                    <a:pt x="1973" y="12738"/>
                  </a:lnTo>
                  <a:lnTo>
                    <a:pt x="2241" y="13006"/>
                  </a:lnTo>
                  <a:lnTo>
                    <a:pt x="2509" y="13274"/>
                  </a:lnTo>
                  <a:lnTo>
                    <a:pt x="2777" y="13517"/>
                  </a:lnTo>
                  <a:lnTo>
                    <a:pt x="3069" y="13737"/>
                  </a:lnTo>
                  <a:lnTo>
                    <a:pt x="3361" y="13956"/>
                  </a:lnTo>
                  <a:lnTo>
                    <a:pt x="3678" y="14151"/>
                  </a:lnTo>
                  <a:lnTo>
                    <a:pt x="3994" y="14321"/>
                  </a:lnTo>
                  <a:lnTo>
                    <a:pt x="4311" y="14492"/>
                  </a:lnTo>
                  <a:lnTo>
                    <a:pt x="4652" y="14638"/>
                  </a:lnTo>
                  <a:lnTo>
                    <a:pt x="4993" y="14784"/>
                  </a:lnTo>
                  <a:lnTo>
                    <a:pt x="5358" y="14906"/>
                  </a:lnTo>
                  <a:lnTo>
                    <a:pt x="5723" y="15003"/>
                  </a:lnTo>
                  <a:lnTo>
                    <a:pt x="6089" y="15100"/>
                  </a:lnTo>
                  <a:lnTo>
                    <a:pt x="6454" y="15149"/>
                  </a:lnTo>
                  <a:lnTo>
                    <a:pt x="6844" y="15198"/>
                  </a:lnTo>
                  <a:lnTo>
                    <a:pt x="7233" y="15247"/>
                  </a:lnTo>
                  <a:lnTo>
                    <a:pt x="7623" y="15247"/>
                  </a:lnTo>
                  <a:lnTo>
                    <a:pt x="7623" y="15247"/>
                  </a:lnTo>
                  <a:lnTo>
                    <a:pt x="8013" y="15247"/>
                  </a:lnTo>
                  <a:lnTo>
                    <a:pt x="8403" y="15198"/>
                  </a:lnTo>
                  <a:lnTo>
                    <a:pt x="8792" y="15149"/>
                  </a:lnTo>
                  <a:lnTo>
                    <a:pt x="9158" y="15100"/>
                  </a:lnTo>
                  <a:lnTo>
                    <a:pt x="9523" y="15003"/>
                  </a:lnTo>
                  <a:lnTo>
                    <a:pt x="9888" y="14906"/>
                  </a:lnTo>
                  <a:lnTo>
                    <a:pt x="10253" y="14784"/>
                  </a:lnTo>
                  <a:lnTo>
                    <a:pt x="10594" y="14638"/>
                  </a:lnTo>
                  <a:lnTo>
                    <a:pt x="10935" y="14492"/>
                  </a:lnTo>
                  <a:lnTo>
                    <a:pt x="11252" y="14321"/>
                  </a:lnTo>
                  <a:lnTo>
                    <a:pt x="11569" y="14151"/>
                  </a:lnTo>
                  <a:lnTo>
                    <a:pt x="11885" y="13956"/>
                  </a:lnTo>
                  <a:lnTo>
                    <a:pt x="12178" y="13737"/>
                  </a:lnTo>
                  <a:lnTo>
                    <a:pt x="12470" y="13517"/>
                  </a:lnTo>
                  <a:lnTo>
                    <a:pt x="12738" y="13274"/>
                  </a:lnTo>
                  <a:lnTo>
                    <a:pt x="13006" y="13006"/>
                  </a:lnTo>
                  <a:lnTo>
                    <a:pt x="13273" y="12738"/>
                  </a:lnTo>
                  <a:lnTo>
                    <a:pt x="13517" y="12470"/>
                  </a:lnTo>
                  <a:lnTo>
                    <a:pt x="13736" y="12178"/>
                  </a:lnTo>
                  <a:lnTo>
                    <a:pt x="13955" y="11886"/>
                  </a:lnTo>
                  <a:lnTo>
                    <a:pt x="14150" y="11569"/>
                  </a:lnTo>
                  <a:lnTo>
                    <a:pt x="14321" y="11252"/>
                  </a:lnTo>
                  <a:lnTo>
                    <a:pt x="14491" y="10936"/>
                  </a:lnTo>
                  <a:lnTo>
                    <a:pt x="14637" y="10595"/>
                  </a:lnTo>
                  <a:lnTo>
                    <a:pt x="14783" y="10254"/>
                  </a:lnTo>
                  <a:lnTo>
                    <a:pt x="14905" y="9889"/>
                  </a:lnTo>
                  <a:lnTo>
                    <a:pt x="15003" y="9523"/>
                  </a:lnTo>
                  <a:lnTo>
                    <a:pt x="15100" y="9158"/>
                  </a:lnTo>
                  <a:lnTo>
                    <a:pt x="15149" y="8793"/>
                  </a:lnTo>
                  <a:lnTo>
                    <a:pt x="15198" y="8403"/>
                  </a:lnTo>
                  <a:lnTo>
                    <a:pt x="15246" y="8013"/>
                  </a:lnTo>
                  <a:lnTo>
                    <a:pt x="15246" y="7623"/>
                  </a:lnTo>
                  <a:lnTo>
                    <a:pt x="15246" y="7623"/>
                  </a:lnTo>
                  <a:lnTo>
                    <a:pt x="15246" y="7234"/>
                  </a:lnTo>
                  <a:lnTo>
                    <a:pt x="15198" y="6844"/>
                  </a:lnTo>
                  <a:lnTo>
                    <a:pt x="15149" y="6454"/>
                  </a:lnTo>
                  <a:lnTo>
                    <a:pt x="15100" y="6089"/>
                  </a:lnTo>
                  <a:lnTo>
                    <a:pt x="15003" y="5724"/>
                  </a:lnTo>
                  <a:lnTo>
                    <a:pt x="14905" y="5358"/>
                  </a:lnTo>
                  <a:lnTo>
                    <a:pt x="14783" y="4993"/>
                  </a:lnTo>
                  <a:lnTo>
                    <a:pt x="14637" y="4652"/>
                  </a:lnTo>
                  <a:lnTo>
                    <a:pt x="14491" y="4311"/>
                  </a:lnTo>
                  <a:lnTo>
                    <a:pt x="14321" y="3995"/>
                  </a:lnTo>
                  <a:lnTo>
                    <a:pt x="14150" y="3678"/>
                  </a:lnTo>
                  <a:lnTo>
                    <a:pt x="13955" y="3361"/>
                  </a:lnTo>
                  <a:lnTo>
                    <a:pt x="13736" y="3069"/>
                  </a:lnTo>
                  <a:lnTo>
                    <a:pt x="13517" y="2777"/>
                  </a:lnTo>
                  <a:lnTo>
                    <a:pt x="13273" y="2509"/>
                  </a:lnTo>
                  <a:lnTo>
                    <a:pt x="13006" y="2241"/>
                  </a:lnTo>
                  <a:lnTo>
                    <a:pt x="12738" y="1973"/>
                  </a:lnTo>
                  <a:lnTo>
                    <a:pt x="12470" y="1730"/>
                  </a:lnTo>
                  <a:lnTo>
                    <a:pt x="12178" y="1510"/>
                  </a:lnTo>
                  <a:lnTo>
                    <a:pt x="11885" y="1291"/>
                  </a:lnTo>
                  <a:lnTo>
                    <a:pt x="11569" y="1096"/>
                  </a:lnTo>
                  <a:lnTo>
                    <a:pt x="11252" y="926"/>
                  </a:lnTo>
                  <a:lnTo>
                    <a:pt x="10935" y="755"/>
                  </a:lnTo>
                  <a:lnTo>
                    <a:pt x="10594" y="609"/>
                  </a:lnTo>
                  <a:lnTo>
                    <a:pt x="10253" y="463"/>
                  </a:lnTo>
                  <a:lnTo>
                    <a:pt x="9888" y="341"/>
                  </a:lnTo>
                  <a:lnTo>
                    <a:pt x="9523" y="244"/>
                  </a:lnTo>
                  <a:lnTo>
                    <a:pt x="9158" y="147"/>
                  </a:lnTo>
                  <a:lnTo>
                    <a:pt x="8792" y="98"/>
                  </a:lnTo>
                  <a:lnTo>
                    <a:pt x="8403" y="49"/>
                  </a:lnTo>
                  <a:lnTo>
                    <a:pt x="8013" y="0"/>
                  </a:lnTo>
                  <a:lnTo>
                    <a:pt x="7623" y="0"/>
                  </a:lnTo>
                  <a:lnTo>
                    <a:pt x="7623" y="0"/>
                  </a:lnTo>
                </a:path>
              </a:pathLst>
            </a:custGeom>
            <a:noFill/>
            <a:ln cap="rnd" cmpd="sng" w="12175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" name="Google Shape;157;p9"/>
            <p:cNvSpPr/>
            <p:nvPr/>
          </p:nvSpPr>
          <p:spPr>
            <a:xfrm>
              <a:off x="1525475" y="2503125"/>
              <a:ext cx="43875" cy="47525"/>
            </a:xfrm>
            <a:custGeom>
              <a:rect b="b" l="l" r="r" t="t"/>
              <a:pathLst>
                <a:path extrusionOk="0" fill="none" h="1901" w="1755">
                  <a:moveTo>
                    <a:pt x="878" y="0"/>
                  </a:moveTo>
                  <a:lnTo>
                    <a:pt x="878" y="0"/>
                  </a:lnTo>
                  <a:lnTo>
                    <a:pt x="1048" y="25"/>
                  </a:lnTo>
                  <a:lnTo>
                    <a:pt x="1219" y="73"/>
                  </a:lnTo>
                  <a:lnTo>
                    <a:pt x="1365" y="171"/>
                  </a:lnTo>
                  <a:lnTo>
                    <a:pt x="1511" y="268"/>
                  </a:lnTo>
                  <a:lnTo>
                    <a:pt x="1608" y="414"/>
                  </a:lnTo>
                  <a:lnTo>
                    <a:pt x="1681" y="585"/>
                  </a:lnTo>
                  <a:lnTo>
                    <a:pt x="1730" y="755"/>
                  </a:lnTo>
                  <a:lnTo>
                    <a:pt x="1754" y="950"/>
                  </a:lnTo>
                  <a:lnTo>
                    <a:pt x="1754" y="950"/>
                  </a:lnTo>
                  <a:lnTo>
                    <a:pt x="1730" y="1145"/>
                  </a:lnTo>
                  <a:lnTo>
                    <a:pt x="1681" y="1316"/>
                  </a:lnTo>
                  <a:lnTo>
                    <a:pt x="1608" y="1486"/>
                  </a:lnTo>
                  <a:lnTo>
                    <a:pt x="1511" y="1632"/>
                  </a:lnTo>
                  <a:lnTo>
                    <a:pt x="1365" y="1730"/>
                  </a:lnTo>
                  <a:lnTo>
                    <a:pt x="1219" y="1827"/>
                  </a:lnTo>
                  <a:lnTo>
                    <a:pt x="1048" y="1876"/>
                  </a:lnTo>
                  <a:lnTo>
                    <a:pt x="878" y="1900"/>
                  </a:lnTo>
                  <a:lnTo>
                    <a:pt x="878" y="1900"/>
                  </a:lnTo>
                  <a:lnTo>
                    <a:pt x="707" y="1876"/>
                  </a:lnTo>
                  <a:lnTo>
                    <a:pt x="537" y="1827"/>
                  </a:lnTo>
                  <a:lnTo>
                    <a:pt x="390" y="1730"/>
                  </a:lnTo>
                  <a:lnTo>
                    <a:pt x="244" y="1632"/>
                  </a:lnTo>
                  <a:lnTo>
                    <a:pt x="147" y="1486"/>
                  </a:lnTo>
                  <a:lnTo>
                    <a:pt x="74" y="1316"/>
                  </a:lnTo>
                  <a:lnTo>
                    <a:pt x="25" y="1145"/>
                  </a:lnTo>
                  <a:lnTo>
                    <a:pt x="1" y="950"/>
                  </a:lnTo>
                  <a:lnTo>
                    <a:pt x="1" y="950"/>
                  </a:lnTo>
                  <a:lnTo>
                    <a:pt x="25" y="755"/>
                  </a:lnTo>
                  <a:lnTo>
                    <a:pt x="74" y="585"/>
                  </a:lnTo>
                  <a:lnTo>
                    <a:pt x="147" y="414"/>
                  </a:lnTo>
                  <a:lnTo>
                    <a:pt x="244" y="268"/>
                  </a:lnTo>
                  <a:lnTo>
                    <a:pt x="390" y="171"/>
                  </a:lnTo>
                  <a:lnTo>
                    <a:pt x="537" y="73"/>
                  </a:lnTo>
                  <a:lnTo>
                    <a:pt x="707" y="25"/>
                  </a:lnTo>
                  <a:lnTo>
                    <a:pt x="878" y="0"/>
                  </a:lnTo>
                  <a:lnTo>
                    <a:pt x="878" y="0"/>
                  </a:lnTo>
                </a:path>
              </a:pathLst>
            </a:custGeom>
            <a:noFill/>
            <a:ln cap="rnd" cmpd="sng" w="12175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" name="Google Shape;158;p9"/>
            <p:cNvSpPr/>
            <p:nvPr/>
          </p:nvSpPr>
          <p:spPr>
            <a:xfrm>
              <a:off x="1369600" y="2503125"/>
              <a:ext cx="43875" cy="47525"/>
            </a:xfrm>
            <a:custGeom>
              <a:rect b="b" l="l" r="r" t="t"/>
              <a:pathLst>
                <a:path extrusionOk="0" fill="none" h="1901" w="1755">
                  <a:moveTo>
                    <a:pt x="878" y="0"/>
                  </a:moveTo>
                  <a:lnTo>
                    <a:pt x="878" y="0"/>
                  </a:lnTo>
                  <a:lnTo>
                    <a:pt x="1048" y="25"/>
                  </a:lnTo>
                  <a:lnTo>
                    <a:pt x="1219" y="73"/>
                  </a:lnTo>
                  <a:lnTo>
                    <a:pt x="1365" y="171"/>
                  </a:lnTo>
                  <a:lnTo>
                    <a:pt x="1511" y="268"/>
                  </a:lnTo>
                  <a:lnTo>
                    <a:pt x="1608" y="414"/>
                  </a:lnTo>
                  <a:lnTo>
                    <a:pt x="1681" y="585"/>
                  </a:lnTo>
                  <a:lnTo>
                    <a:pt x="1730" y="755"/>
                  </a:lnTo>
                  <a:lnTo>
                    <a:pt x="1754" y="950"/>
                  </a:lnTo>
                  <a:lnTo>
                    <a:pt x="1754" y="950"/>
                  </a:lnTo>
                  <a:lnTo>
                    <a:pt x="1730" y="1145"/>
                  </a:lnTo>
                  <a:lnTo>
                    <a:pt x="1681" y="1316"/>
                  </a:lnTo>
                  <a:lnTo>
                    <a:pt x="1608" y="1486"/>
                  </a:lnTo>
                  <a:lnTo>
                    <a:pt x="1511" y="1632"/>
                  </a:lnTo>
                  <a:lnTo>
                    <a:pt x="1365" y="1730"/>
                  </a:lnTo>
                  <a:lnTo>
                    <a:pt x="1219" y="1827"/>
                  </a:lnTo>
                  <a:lnTo>
                    <a:pt x="1048" y="1876"/>
                  </a:lnTo>
                  <a:lnTo>
                    <a:pt x="878" y="1900"/>
                  </a:lnTo>
                  <a:lnTo>
                    <a:pt x="878" y="1900"/>
                  </a:lnTo>
                  <a:lnTo>
                    <a:pt x="707" y="1876"/>
                  </a:lnTo>
                  <a:lnTo>
                    <a:pt x="537" y="1827"/>
                  </a:lnTo>
                  <a:lnTo>
                    <a:pt x="391" y="1730"/>
                  </a:lnTo>
                  <a:lnTo>
                    <a:pt x="244" y="1632"/>
                  </a:lnTo>
                  <a:lnTo>
                    <a:pt x="147" y="1486"/>
                  </a:lnTo>
                  <a:lnTo>
                    <a:pt x="74" y="1316"/>
                  </a:lnTo>
                  <a:lnTo>
                    <a:pt x="25" y="1145"/>
                  </a:lnTo>
                  <a:lnTo>
                    <a:pt x="1" y="950"/>
                  </a:lnTo>
                  <a:lnTo>
                    <a:pt x="1" y="950"/>
                  </a:lnTo>
                  <a:lnTo>
                    <a:pt x="25" y="755"/>
                  </a:lnTo>
                  <a:lnTo>
                    <a:pt x="74" y="585"/>
                  </a:lnTo>
                  <a:lnTo>
                    <a:pt x="147" y="414"/>
                  </a:lnTo>
                  <a:lnTo>
                    <a:pt x="244" y="268"/>
                  </a:lnTo>
                  <a:lnTo>
                    <a:pt x="391" y="171"/>
                  </a:lnTo>
                  <a:lnTo>
                    <a:pt x="537" y="73"/>
                  </a:lnTo>
                  <a:lnTo>
                    <a:pt x="707" y="25"/>
                  </a:lnTo>
                  <a:lnTo>
                    <a:pt x="878" y="0"/>
                  </a:lnTo>
                  <a:lnTo>
                    <a:pt x="878" y="0"/>
                  </a:lnTo>
                </a:path>
              </a:pathLst>
            </a:custGeom>
            <a:noFill/>
            <a:ln cap="rnd" cmpd="sng" w="12175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" name="Google Shape;159;p9"/>
            <p:cNvSpPr/>
            <p:nvPr/>
          </p:nvSpPr>
          <p:spPr>
            <a:xfrm>
              <a:off x="1369600" y="2604200"/>
              <a:ext cx="199750" cy="40825"/>
            </a:xfrm>
            <a:custGeom>
              <a:rect b="b" l="l" r="r" t="t"/>
              <a:pathLst>
                <a:path extrusionOk="0" fill="none" h="1633" w="7990">
                  <a:moveTo>
                    <a:pt x="7989" y="0"/>
                  </a:moveTo>
                  <a:lnTo>
                    <a:pt x="7989" y="0"/>
                  </a:lnTo>
                  <a:lnTo>
                    <a:pt x="7575" y="366"/>
                  </a:lnTo>
                  <a:lnTo>
                    <a:pt x="7137" y="707"/>
                  </a:lnTo>
                  <a:lnTo>
                    <a:pt x="6650" y="975"/>
                  </a:lnTo>
                  <a:lnTo>
                    <a:pt x="6163" y="1218"/>
                  </a:lnTo>
                  <a:lnTo>
                    <a:pt x="5627" y="1389"/>
                  </a:lnTo>
                  <a:lnTo>
                    <a:pt x="5115" y="1535"/>
                  </a:lnTo>
                  <a:lnTo>
                    <a:pt x="4555" y="1608"/>
                  </a:lnTo>
                  <a:lnTo>
                    <a:pt x="3995" y="1632"/>
                  </a:lnTo>
                  <a:lnTo>
                    <a:pt x="3995" y="1632"/>
                  </a:lnTo>
                  <a:lnTo>
                    <a:pt x="3435" y="1608"/>
                  </a:lnTo>
                  <a:lnTo>
                    <a:pt x="2875" y="1535"/>
                  </a:lnTo>
                  <a:lnTo>
                    <a:pt x="2363" y="1389"/>
                  </a:lnTo>
                  <a:lnTo>
                    <a:pt x="1828" y="1218"/>
                  </a:lnTo>
                  <a:lnTo>
                    <a:pt x="1340" y="975"/>
                  </a:lnTo>
                  <a:lnTo>
                    <a:pt x="853" y="707"/>
                  </a:lnTo>
                  <a:lnTo>
                    <a:pt x="415" y="366"/>
                  </a:lnTo>
                  <a:lnTo>
                    <a:pt x="1" y="0"/>
                  </a:lnTo>
                </a:path>
              </a:pathLst>
            </a:custGeom>
            <a:noFill/>
            <a:ln cap="rnd" cmpd="sng" w="12175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0" name="Google Shape;160;p9"/>
          <p:cNvSpPr txBox="1"/>
          <p:nvPr/>
        </p:nvSpPr>
        <p:spPr>
          <a:xfrm>
            <a:off x="0" y="1544637"/>
            <a:ext cx="1862137" cy="8524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None/>
            </a:pPr>
            <a:r>
              <a:rPr b="1" i="0" lang="en-US" sz="1400" u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Alan Miranda</a:t>
            </a:r>
            <a:endParaRPr b="1" i="0" sz="1400" u="none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rla"/>
              <a:buNone/>
            </a:pPr>
            <a:r>
              <a:rPr b="0" i="0" lang="en-US" sz="1200" u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Negócios Imobiliários | Programação</a:t>
            </a:r>
            <a:endParaRPr/>
          </a:p>
        </p:txBody>
      </p:sp>
      <p:sp>
        <p:nvSpPr>
          <p:cNvPr id="161" name="Google Shape;161;p9"/>
          <p:cNvSpPr txBox="1"/>
          <p:nvPr/>
        </p:nvSpPr>
        <p:spPr>
          <a:xfrm>
            <a:off x="2132012" y="1500187"/>
            <a:ext cx="2408237" cy="13192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None/>
            </a:pPr>
            <a:r>
              <a:rPr b="1" i="0" lang="en-US" sz="1400" u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Elias Magalhães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rla"/>
              <a:buNone/>
            </a:pPr>
            <a:r>
              <a:rPr b="0" i="0" lang="en-US" sz="1200" u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Engenheiro de Software | Engenheiro Civil | Sistemas WEB | Desenvolvedor | BIM Developer | Programador | Computação</a:t>
            </a:r>
            <a:endParaRPr/>
          </a:p>
        </p:txBody>
      </p:sp>
      <p:sp>
        <p:nvSpPr>
          <p:cNvPr id="162" name="Google Shape;162;p9"/>
          <p:cNvSpPr txBox="1"/>
          <p:nvPr/>
        </p:nvSpPr>
        <p:spPr>
          <a:xfrm>
            <a:off x="3697287" y="4365625"/>
            <a:ext cx="2141537" cy="1557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None/>
            </a:pPr>
            <a:r>
              <a:rPr b="1" i="0" lang="en-US" sz="1400" u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Joanina Freitas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</a:pPr>
            <a:r>
              <a:rPr b="0" i="0" lang="en-US" sz="1200" u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Arquiteta e Urbanista | Joanina Freitas Arquitetura e Design</a:t>
            </a:r>
            <a:endParaRPr/>
          </a:p>
        </p:txBody>
      </p:sp>
      <p:pic>
        <p:nvPicPr>
          <p:cNvPr id="163" name="Google Shape;16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97487" y="417512"/>
            <a:ext cx="1128712" cy="1127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9"/>
          <p:cNvPicPr preferRelativeResize="0"/>
          <p:nvPr/>
        </p:nvPicPr>
        <p:blipFill rotWithShape="1">
          <a:blip r:embed="rId4">
            <a:alphaModFix/>
          </a:blip>
          <a:srcRect b="0" l="4895" r="48951" t="0"/>
          <a:stretch/>
        </p:blipFill>
        <p:spPr>
          <a:xfrm>
            <a:off x="4237037" y="3259137"/>
            <a:ext cx="1060450" cy="1106487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9"/>
          <p:cNvSpPr txBox="1"/>
          <p:nvPr/>
        </p:nvSpPr>
        <p:spPr>
          <a:xfrm>
            <a:off x="979487" y="4365625"/>
            <a:ext cx="1912937" cy="10175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None/>
            </a:pPr>
            <a:r>
              <a:rPr b="1" i="0" lang="en-US" sz="1400" u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Gustavo Bezerra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rla"/>
              <a:buNone/>
            </a:pPr>
            <a:r>
              <a:rPr b="0" i="0" lang="en-US" sz="1200" u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Empreendedor | Estagio em inovação na Globo</a:t>
            </a:r>
            <a:endParaRPr/>
          </a:p>
        </p:txBody>
      </p:sp>
      <p:pic>
        <p:nvPicPr>
          <p:cNvPr id="166" name="Google Shape;166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82712" y="3259137"/>
            <a:ext cx="1108075" cy="1106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771775" y="393700"/>
            <a:ext cx="1128712" cy="1127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9"/>
          <p:cNvPicPr preferRelativeResize="0"/>
          <p:nvPr/>
        </p:nvPicPr>
        <p:blipFill rotWithShape="1">
          <a:blip r:embed="rId7">
            <a:alphaModFix/>
          </a:blip>
          <a:srcRect b="0" l="0" r="0" t="10491"/>
          <a:stretch/>
        </p:blipFill>
        <p:spPr>
          <a:xfrm>
            <a:off x="446087" y="393700"/>
            <a:ext cx="936625" cy="1106487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9"/>
          <p:cNvSpPr txBox="1"/>
          <p:nvPr/>
        </p:nvSpPr>
        <p:spPr>
          <a:xfrm>
            <a:off x="4832350" y="1546225"/>
            <a:ext cx="2058987" cy="854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None/>
            </a:pPr>
            <a:r>
              <a:rPr b="1" i="0" lang="en-US" sz="1400" u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Gustavo Albuquerque</a:t>
            </a:r>
            <a:endParaRPr b="1" i="0" sz="1400" u="none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rla"/>
              <a:buNone/>
            </a:pPr>
            <a:r>
              <a:rPr b="0" i="0" lang="en-US" sz="1200" u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Analista de Qualidade na ATIVA Investimentos</a:t>
            </a:r>
            <a:endParaRPr/>
          </a:p>
        </p:txBody>
      </p:sp>
    </p:spTree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xmlns:r="http://schemas.openxmlformats.org/officeDocument/2006/relationships" name="6_Cadwal template">
  <a:themeElements>
    <a:clrScheme name="Escala de Cinza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5_Cadwal template">
  <a:themeElements>
    <a:clrScheme name="Escala de Cinza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2_Cadwal template">
  <a:themeElements>
    <a:clrScheme name="Escala de Cinza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4_Cadwal template">
  <a:themeElements>
    <a:clrScheme name="Escala de Cinza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1_Cadwal template">
  <a:themeElements>
    <a:clrScheme name="Escala de Cinza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7_Cadwal template">
  <a:themeElements>
    <a:clrScheme name="Escala de Cinza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3_Cadwal template">
  <a:themeElements>
    <a:clrScheme name="Escala de Cinza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Cadwal template">
  <a:themeElements>
    <a:clrScheme name="Escala de Cinza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Joanina</dc:creator>
</cp:coreProperties>
</file>